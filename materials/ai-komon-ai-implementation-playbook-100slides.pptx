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a19177b090455b" /><Relationship Type="http://schemas.openxmlformats.org/officeDocument/2006/relationships/extended-properties" Target="/docProps/app.xml" Id="Rd819e4033ed840e2" /><Relationship Type="http://schemas.openxmlformats.org/officeDocument/2006/relationships/officeDocument" Target="/ppt/presentation.xml" Id="R8cfb79ea0f6746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bb34e6e3274b21"/>
  </p:sldMasterIdLst>
  <p:notesMasterIdLst>
    <p:notesMasterId xmlns:r="http://schemas.openxmlformats.org/officeDocument/2006/relationships" r:id="R69553ea103884119"/>
  </p:notesMasterIdLst>
  <p:sldIdLst>
    <p:sldId xmlns:r="http://schemas.openxmlformats.org/officeDocument/2006/relationships" id="256" r:id="R158f6a24d4e645de"/>
    <p:sldId xmlns:r="http://schemas.openxmlformats.org/officeDocument/2006/relationships" id="257" r:id="R100d24ca59bf4395"/>
    <p:sldId xmlns:r="http://schemas.openxmlformats.org/officeDocument/2006/relationships" id="258" r:id="R5367c36476e04266"/>
    <p:sldId xmlns:r="http://schemas.openxmlformats.org/officeDocument/2006/relationships" id="259" r:id="Ref219e02b3914ff5"/>
    <p:sldId xmlns:r="http://schemas.openxmlformats.org/officeDocument/2006/relationships" id="260" r:id="R1200f75b28e54246"/>
    <p:sldId xmlns:r="http://schemas.openxmlformats.org/officeDocument/2006/relationships" id="261" r:id="R740432f4ddf64a0c"/>
    <p:sldId xmlns:r="http://schemas.openxmlformats.org/officeDocument/2006/relationships" id="262" r:id="Ra807d61ea8af4554"/>
    <p:sldId xmlns:r="http://schemas.openxmlformats.org/officeDocument/2006/relationships" id="263" r:id="R785d7ade4c28498a"/>
    <p:sldId xmlns:r="http://schemas.openxmlformats.org/officeDocument/2006/relationships" id="264" r:id="R2f282cb65e794035"/>
    <p:sldId xmlns:r="http://schemas.openxmlformats.org/officeDocument/2006/relationships" id="265" r:id="R2ef2368d7d3340f4"/>
    <p:sldId xmlns:r="http://schemas.openxmlformats.org/officeDocument/2006/relationships" id="266" r:id="Rbeb6db7775244207"/>
    <p:sldId xmlns:r="http://schemas.openxmlformats.org/officeDocument/2006/relationships" id="267" r:id="R23f81a3688504e4d"/>
    <p:sldId xmlns:r="http://schemas.openxmlformats.org/officeDocument/2006/relationships" id="268" r:id="Re56eb19aebf64f6f"/>
    <p:sldId xmlns:r="http://schemas.openxmlformats.org/officeDocument/2006/relationships" id="269" r:id="Ra40a7d8bcc89483b"/>
    <p:sldId xmlns:r="http://schemas.openxmlformats.org/officeDocument/2006/relationships" id="270" r:id="R3d3d9c4a617c48df"/>
    <p:sldId xmlns:r="http://schemas.openxmlformats.org/officeDocument/2006/relationships" id="271" r:id="R8a55f3cd9a1d46b0"/>
    <p:sldId xmlns:r="http://schemas.openxmlformats.org/officeDocument/2006/relationships" id="272" r:id="Rd4a44d2946d549c7"/>
    <p:sldId xmlns:r="http://schemas.openxmlformats.org/officeDocument/2006/relationships" id="273" r:id="R74417649f8f84454"/>
    <p:sldId xmlns:r="http://schemas.openxmlformats.org/officeDocument/2006/relationships" id="274" r:id="R4e4782cef1464a5a"/>
    <p:sldId xmlns:r="http://schemas.openxmlformats.org/officeDocument/2006/relationships" id="275" r:id="Rc5b2aeec148545c9"/>
    <p:sldId xmlns:r="http://schemas.openxmlformats.org/officeDocument/2006/relationships" id="276" r:id="Rb2a7e87f59c346af"/>
    <p:sldId xmlns:r="http://schemas.openxmlformats.org/officeDocument/2006/relationships" id="277" r:id="R0f14da4dbfba405f"/>
    <p:sldId xmlns:r="http://schemas.openxmlformats.org/officeDocument/2006/relationships" id="278" r:id="R4bf8b9b2d53b4a25"/>
    <p:sldId xmlns:r="http://schemas.openxmlformats.org/officeDocument/2006/relationships" id="279" r:id="R49190a2707c340f5"/>
    <p:sldId xmlns:r="http://schemas.openxmlformats.org/officeDocument/2006/relationships" id="280" r:id="Rb98d7002b2f44d7f"/>
    <p:sldId xmlns:r="http://schemas.openxmlformats.org/officeDocument/2006/relationships" id="281" r:id="Ra5d8514c8d734fe2"/>
    <p:sldId xmlns:r="http://schemas.openxmlformats.org/officeDocument/2006/relationships" id="282" r:id="Rcd58256da2aa44f5"/>
    <p:sldId xmlns:r="http://schemas.openxmlformats.org/officeDocument/2006/relationships" id="283" r:id="R2035c6cc0de94428"/>
    <p:sldId xmlns:r="http://schemas.openxmlformats.org/officeDocument/2006/relationships" id="284" r:id="R3910fef81b684775"/>
    <p:sldId xmlns:r="http://schemas.openxmlformats.org/officeDocument/2006/relationships" id="285" r:id="R9d0cd66800844848"/>
    <p:sldId xmlns:r="http://schemas.openxmlformats.org/officeDocument/2006/relationships" id="286" r:id="R9660fc7bd03a4b69"/>
    <p:sldId xmlns:r="http://schemas.openxmlformats.org/officeDocument/2006/relationships" id="287" r:id="Rf4f2500c2e2e4582"/>
    <p:sldId xmlns:r="http://schemas.openxmlformats.org/officeDocument/2006/relationships" id="288" r:id="R47fa7ab5a177492a"/>
    <p:sldId xmlns:r="http://schemas.openxmlformats.org/officeDocument/2006/relationships" id="289" r:id="Ra3f9968493d64ab6"/>
    <p:sldId xmlns:r="http://schemas.openxmlformats.org/officeDocument/2006/relationships" id="290" r:id="R7aee1edf41e74f28"/>
    <p:sldId xmlns:r="http://schemas.openxmlformats.org/officeDocument/2006/relationships" id="291" r:id="R121ba7dfaeab4add"/>
    <p:sldId xmlns:r="http://schemas.openxmlformats.org/officeDocument/2006/relationships" id="292" r:id="R21bd4020d20649f2"/>
    <p:sldId xmlns:r="http://schemas.openxmlformats.org/officeDocument/2006/relationships" id="293" r:id="R52ebbf5ab4e04266"/>
    <p:sldId xmlns:r="http://schemas.openxmlformats.org/officeDocument/2006/relationships" id="294" r:id="R240835e6cbaa42bd"/>
    <p:sldId xmlns:r="http://schemas.openxmlformats.org/officeDocument/2006/relationships" id="295" r:id="Reb6c9643797e442a"/>
    <p:sldId xmlns:r="http://schemas.openxmlformats.org/officeDocument/2006/relationships" id="296" r:id="R0d7aa46f98414b7b"/>
    <p:sldId xmlns:r="http://schemas.openxmlformats.org/officeDocument/2006/relationships" id="297" r:id="R7569146bb56e4aa0"/>
    <p:sldId xmlns:r="http://schemas.openxmlformats.org/officeDocument/2006/relationships" id="298" r:id="R2479a0579b86425a"/>
    <p:sldId xmlns:r="http://schemas.openxmlformats.org/officeDocument/2006/relationships" id="299" r:id="R91093e558f2b4e88"/>
    <p:sldId xmlns:r="http://schemas.openxmlformats.org/officeDocument/2006/relationships" id="300" r:id="Rbb7f887874034007"/>
    <p:sldId xmlns:r="http://schemas.openxmlformats.org/officeDocument/2006/relationships" id="301" r:id="R6bd1b0d1bcb140f6"/>
    <p:sldId xmlns:r="http://schemas.openxmlformats.org/officeDocument/2006/relationships" id="302" r:id="Rf6105a68240544bf"/>
    <p:sldId xmlns:r="http://schemas.openxmlformats.org/officeDocument/2006/relationships" id="303" r:id="Rb1646e0115a44a3f"/>
    <p:sldId xmlns:r="http://schemas.openxmlformats.org/officeDocument/2006/relationships" id="304" r:id="Re1702cafb6634f52"/>
    <p:sldId xmlns:r="http://schemas.openxmlformats.org/officeDocument/2006/relationships" id="305" r:id="R53c06c483fb04889"/>
    <p:sldId xmlns:r="http://schemas.openxmlformats.org/officeDocument/2006/relationships" id="306" r:id="Rac56ebeb0be3437d"/>
    <p:sldId xmlns:r="http://schemas.openxmlformats.org/officeDocument/2006/relationships" id="307" r:id="Rcd88f9381f98499c"/>
    <p:sldId xmlns:r="http://schemas.openxmlformats.org/officeDocument/2006/relationships" id="308" r:id="R157afc6f86e94eb2"/>
    <p:sldId xmlns:r="http://schemas.openxmlformats.org/officeDocument/2006/relationships" id="309" r:id="Re1aceff9b60d47d4"/>
    <p:sldId xmlns:r="http://schemas.openxmlformats.org/officeDocument/2006/relationships" id="310" r:id="R01398a168e054380"/>
    <p:sldId xmlns:r="http://schemas.openxmlformats.org/officeDocument/2006/relationships" id="311" r:id="R0162e59d02314b11"/>
    <p:sldId xmlns:r="http://schemas.openxmlformats.org/officeDocument/2006/relationships" id="312" r:id="Ra8b458cdfcf342dc"/>
    <p:sldId xmlns:r="http://schemas.openxmlformats.org/officeDocument/2006/relationships" id="313" r:id="R4fbcac33957644f5"/>
    <p:sldId xmlns:r="http://schemas.openxmlformats.org/officeDocument/2006/relationships" id="314" r:id="Rc499fa8fee4a4a19"/>
    <p:sldId xmlns:r="http://schemas.openxmlformats.org/officeDocument/2006/relationships" id="315" r:id="R7e3d0f1f166b4551"/>
    <p:sldId xmlns:r="http://schemas.openxmlformats.org/officeDocument/2006/relationships" id="316" r:id="Rb25d736d84434ef2"/>
    <p:sldId xmlns:r="http://schemas.openxmlformats.org/officeDocument/2006/relationships" id="317" r:id="R50b759de053048f7"/>
    <p:sldId xmlns:r="http://schemas.openxmlformats.org/officeDocument/2006/relationships" id="318" r:id="R5974d6c305524e6c"/>
    <p:sldId xmlns:r="http://schemas.openxmlformats.org/officeDocument/2006/relationships" id="319" r:id="Re6e5e1f7215445c3"/>
    <p:sldId xmlns:r="http://schemas.openxmlformats.org/officeDocument/2006/relationships" id="320" r:id="R48b4bc8f6b574397"/>
    <p:sldId xmlns:r="http://schemas.openxmlformats.org/officeDocument/2006/relationships" id="321" r:id="Rac651f1736ae4873"/>
    <p:sldId xmlns:r="http://schemas.openxmlformats.org/officeDocument/2006/relationships" id="322" r:id="R30227b6ca14547a9"/>
    <p:sldId xmlns:r="http://schemas.openxmlformats.org/officeDocument/2006/relationships" id="323" r:id="R03e819a666dd4681"/>
    <p:sldId xmlns:r="http://schemas.openxmlformats.org/officeDocument/2006/relationships" id="324" r:id="R8c1a3697811e4feb"/>
    <p:sldId xmlns:r="http://schemas.openxmlformats.org/officeDocument/2006/relationships" id="325" r:id="R39f49bc837974abd"/>
    <p:sldId xmlns:r="http://schemas.openxmlformats.org/officeDocument/2006/relationships" id="326" r:id="Rdb5c1f7b41d340a4"/>
    <p:sldId xmlns:r="http://schemas.openxmlformats.org/officeDocument/2006/relationships" id="327" r:id="Re3e690a2f6364196"/>
    <p:sldId xmlns:r="http://schemas.openxmlformats.org/officeDocument/2006/relationships" id="328" r:id="Rb1ba1a6300ea41a3"/>
    <p:sldId xmlns:r="http://schemas.openxmlformats.org/officeDocument/2006/relationships" id="329" r:id="Rd73e8cea978f4d3d"/>
    <p:sldId xmlns:r="http://schemas.openxmlformats.org/officeDocument/2006/relationships" id="330" r:id="Rbe14ec53217f48e4"/>
    <p:sldId xmlns:r="http://schemas.openxmlformats.org/officeDocument/2006/relationships" id="331" r:id="Re96cd6f83c5b4aae"/>
    <p:sldId xmlns:r="http://schemas.openxmlformats.org/officeDocument/2006/relationships" id="332" r:id="R36e99279c0294248"/>
    <p:sldId xmlns:r="http://schemas.openxmlformats.org/officeDocument/2006/relationships" id="333" r:id="R4082fa6195284bd1"/>
    <p:sldId xmlns:r="http://schemas.openxmlformats.org/officeDocument/2006/relationships" id="334" r:id="R7949e4a3f7134421"/>
    <p:sldId xmlns:r="http://schemas.openxmlformats.org/officeDocument/2006/relationships" id="335" r:id="R923c527fc9cf4a44"/>
    <p:sldId xmlns:r="http://schemas.openxmlformats.org/officeDocument/2006/relationships" id="336" r:id="Re0a160363d4f4d3c"/>
    <p:sldId xmlns:r="http://schemas.openxmlformats.org/officeDocument/2006/relationships" id="337" r:id="R790979bfd99a42df"/>
    <p:sldId xmlns:r="http://schemas.openxmlformats.org/officeDocument/2006/relationships" id="338" r:id="R7e418702b1bf439f"/>
    <p:sldId xmlns:r="http://schemas.openxmlformats.org/officeDocument/2006/relationships" id="339" r:id="R1a786402a4624962"/>
    <p:sldId xmlns:r="http://schemas.openxmlformats.org/officeDocument/2006/relationships" id="340" r:id="Rfe027c80ee574c39"/>
    <p:sldId xmlns:r="http://schemas.openxmlformats.org/officeDocument/2006/relationships" id="341" r:id="R3aea1daca60b4fa9"/>
    <p:sldId xmlns:r="http://schemas.openxmlformats.org/officeDocument/2006/relationships" id="342" r:id="Re6b2f2a52e4d4926"/>
    <p:sldId xmlns:r="http://schemas.openxmlformats.org/officeDocument/2006/relationships" id="343" r:id="Reacea235c9c74498"/>
    <p:sldId xmlns:r="http://schemas.openxmlformats.org/officeDocument/2006/relationships" id="344" r:id="R4c8fdd526fc8413f"/>
    <p:sldId xmlns:r="http://schemas.openxmlformats.org/officeDocument/2006/relationships" id="345" r:id="R7c6f82e3362c489b"/>
    <p:sldId xmlns:r="http://schemas.openxmlformats.org/officeDocument/2006/relationships" id="346" r:id="R61cf6755b44f4cbc"/>
    <p:sldId xmlns:r="http://schemas.openxmlformats.org/officeDocument/2006/relationships" id="347" r:id="R60a9f0437b974713"/>
    <p:sldId xmlns:r="http://schemas.openxmlformats.org/officeDocument/2006/relationships" id="348" r:id="R88a697414019449f"/>
    <p:sldId xmlns:r="http://schemas.openxmlformats.org/officeDocument/2006/relationships" id="349" r:id="Rf59b92569b2b4716"/>
    <p:sldId xmlns:r="http://schemas.openxmlformats.org/officeDocument/2006/relationships" id="350" r:id="R6e424e767424417f"/>
    <p:sldId xmlns:r="http://schemas.openxmlformats.org/officeDocument/2006/relationships" id="351" r:id="Re6896536f3fa40f0"/>
    <p:sldId xmlns:r="http://schemas.openxmlformats.org/officeDocument/2006/relationships" id="352" r:id="R5e51fed03517459a"/>
    <p:sldId xmlns:r="http://schemas.openxmlformats.org/officeDocument/2006/relationships" id="353" r:id="R037a3fc4acf1455e"/>
    <p:sldId xmlns:r="http://schemas.openxmlformats.org/officeDocument/2006/relationships" id="354" r:id="R5788705d402d4316"/>
    <p:sldId xmlns:r="http://schemas.openxmlformats.org/officeDocument/2006/relationships" id="355" r:id="R8a224b39d16e4e93"/>
    <p:sldId xmlns:r="http://schemas.openxmlformats.org/officeDocument/2006/relationships" id="356" r:id="R1fcb294ba2ba4aed"/>
    <p:sldId xmlns:r="http://schemas.openxmlformats.org/officeDocument/2006/relationships" id="357" r:id="R454fd0547e1e47b5"/>
    <p:sldId xmlns:r="http://schemas.openxmlformats.org/officeDocument/2006/relationships" id="358" r:id="R7f8bcfd2eef94c53"/>
    <p:sldId xmlns:r="http://schemas.openxmlformats.org/officeDocument/2006/relationships" id="359" r:id="R391e000f406147df"/>
    <p:sldId xmlns:r="http://schemas.openxmlformats.org/officeDocument/2006/relationships" id="360" r:id="Rb39d9c8a05fc41c2"/>
    <p:sldId xmlns:r="http://schemas.openxmlformats.org/officeDocument/2006/relationships" id="361" r:id="R9b4128b71af949a3"/>
    <p:sldId xmlns:r="http://schemas.openxmlformats.org/officeDocument/2006/relationships" id="362" r:id="Rafaa662370e84694"/>
    <p:sldId xmlns:r="http://schemas.openxmlformats.org/officeDocument/2006/relationships" id="363" r:id="Rac7590564c834097"/>
    <p:sldId xmlns:r="http://schemas.openxmlformats.org/officeDocument/2006/relationships" id="364" r:id="R43727ddfcb304ea4"/>
    <p:sldId xmlns:r="http://schemas.openxmlformats.org/officeDocument/2006/relationships" id="365" r:id="Rb0a48775a7aa48f8"/>
    <p:sldId xmlns:r="http://schemas.openxmlformats.org/officeDocument/2006/relationships" id="366" r:id="Rde1babd9a7fb44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4acfbd423a40ea" /><Relationship Type="http://schemas.openxmlformats.org/officeDocument/2006/relationships/slideMaster" Target="/ppt/slideMasters/slideMaster1.xml" Id="R19bb34e6e3274b21" /><Relationship Type="http://schemas.openxmlformats.org/officeDocument/2006/relationships/notesMaster" Target="/ppt/notesMasters/notesMaster1.xml" Id="R69553ea103884119" /><Relationship Type="http://schemas.openxmlformats.org/officeDocument/2006/relationships/presProps" Target="/ppt/presProps.xml" Id="Rf97042b5adff4687" /><Relationship Type="http://schemas.openxmlformats.org/officeDocument/2006/relationships/tableStyles" Target="/ppt/tableStyles.xml" Id="R481a57bbb8774af5" /><Relationship Type="http://schemas.openxmlformats.org/officeDocument/2006/relationships/slide" Target="/ppt/slides/slide1.xml" Id="R158f6a24d4e645de" /><Relationship Type="http://schemas.openxmlformats.org/officeDocument/2006/relationships/slide" Target="/ppt/slides/slide2.xml" Id="R100d24ca59bf4395" /><Relationship Type="http://schemas.openxmlformats.org/officeDocument/2006/relationships/slide" Target="/ppt/slides/slide3.xml" Id="R5367c36476e04266" /><Relationship Type="http://schemas.openxmlformats.org/officeDocument/2006/relationships/slide" Target="/ppt/slides/slide4.xml" Id="Ref219e02b3914ff5" /><Relationship Type="http://schemas.openxmlformats.org/officeDocument/2006/relationships/slide" Target="/ppt/slides/slide5.xml" Id="R1200f75b28e54246" /><Relationship Type="http://schemas.openxmlformats.org/officeDocument/2006/relationships/slide" Target="/ppt/slides/slide6.xml" Id="R740432f4ddf64a0c" /><Relationship Type="http://schemas.openxmlformats.org/officeDocument/2006/relationships/slide" Target="/ppt/slides/slide7.xml" Id="Ra807d61ea8af4554" /><Relationship Type="http://schemas.openxmlformats.org/officeDocument/2006/relationships/slide" Target="/ppt/slides/slide8.xml" Id="R785d7ade4c28498a" /><Relationship Type="http://schemas.openxmlformats.org/officeDocument/2006/relationships/slide" Target="/ppt/slides/slide9.xml" Id="R2f282cb65e794035" /><Relationship Type="http://schemas.openxmlformats.org/officeDocument/2006/relationships/slide" Target="/ppt/slides/slide10.xml" Id="R2ef2368d7d3340f4" /><Relationship Type="http://schemas.openxmlformats.org/officeDocument/2006/relationships/slide" Target="/ppt/slides/slide11.xml" Id="Rbeb6db7775244207" /><Relationship Type="http://schemas.openxmlformats.org/officeDocument/2006/relationships/slide" Target="/ppt/slides/slide12.xml" Id="R23f81a3688504e4d" /><Relationship Type="http://schemas.openxmlformats.org/officeDocument/2006/relationships/slide" Target="/ppt/slides/slide13.xml" Id="Re56eb19aebf64f6f" /><Relationship Type="http://schemas.openxmlformats.org/officeDocument/2006/relationships/slide" Target="/ppt/slides/slide14.xml" Id="Ra40a7d8bcc89483b" /><Relationship Type="http://schemas.openxmlformats.org/officeDocument/2006/relationships/slide" Target="/ppt/slides/slide15.xml" Id="R3d3d9c4a617c48df" /><Relationship Type="http://schemas.openxmlformats.org/officeDocument/2006/relationships/slide" Target="/ppt/slides/slide16.xml" Id="R8a55f3cd9a1d46b0" /><Relationship Type="http://schemas.openxmlformats.org/officeDocument/2006/relationships/slide" Target="/ppt/slides/slide17.xml" Id="Rd4a44d2946d549c7" /><Relationship Type="http://schemas.openxmlformats.org/officeDocument/2006/relationships/slide" Target="/ppt/slides/slide18.xml" Id="R74417649f8f84454" /><Relationship Type="http://schemas.openxmlformats.org/officeDocument/2006/relationships/slide" Target="/ppt/slides/slide19.xml" Id="R4e4782cef1464a5a" /><Relationship Type="http://schemas.openxmlformats.org/officeDocument/2006/relationships/slide" Target="/ppt/slides/slide20.xml" Id="Rc5b2aeec148545c9" /><Relationship Type="http://schemas.openxmlformats.org/officeDocument/2006/relationships/slide" Target="/ppt/slides/slide21.xml" Id="Rb2a7e87f59c346af" /><Relationship Type="http://schemas.openxmlformats.org/officeDocument/2006/relationships/slide" Target="/ppt/slides/slide22.xml" Id="R0f14da4dbfba405f" /><Relationship Type="http://schemas.openxmlformats.org/officeDocument/2006/relationships/slide" Target="/ppt/slides/slide23.xml" Id="R4bf8b9b2d53b4a25" /><Relationship Type="http://schemas.openxmlformats.org/officeDocument/2006/relationships/slide" Target="/ppt/slides/slide24.xml" Id="R49190a2707c340f5" /><Relationship Type="http://schemas.openxmlformats.org/officeDocument/2006/relationships/slide" Target="/ppt/slides/slide25.xml" Id="Rb98d7002b2f44d7f" /><Relationship Type="http://schemas.openxmlformats.org/officeDocument/2006/relationships/slide" Target="/ppt/slides/slide26.xml" Id="Ra5d8514c8d734fe2" /><Relationship Type="http://schemas.openxmlformats.org/officeDocument/2006/relationships/slide" Target="/ppt/slides/slide27.xml" Id="Rcd58256da2aa44f5" /><Relationship Type="http://schemas.openxmlformats.org/officeDocument/2006/relationships/slide" Target="/ppt/slides/slide28.xml" Id="R2035c6cc0de94428" /><Relationship Type="http://schemas.openxmlformats.org/officeDocument/2006/relationships/slide" Target="/ppt/slides/slide29.xml" Id="R3910fef81b684775" /><Relationship Type="http://schemas.openxmlformats.org/officeDocument/2006/relationships/slide" Target="/ppt/slides/slide30.xml" Id="R9d0cd66800844848" /><Relationship Type="http://schemas.openxmlformats.org/officeDocument/2006/relationships/slide" Target="/ppt/slides/slide31.xml" Id="R9660fc7bd03a4b69" /><Relationship Type="http://schemas.openxmlformats.org/officeDocument/2006/relationships/slide" Target="/ppt/slides/slide32.xml" Id="Rf4f2500c2e2e4582" /><Relationship Type="http://schemas.openxmlformats.org/officeDocument/2006/relationships/slide" Target="/ppt/slides/slide33.xml" Id="R47fa7ab5a177492a" /><Relationship Type="http://schemas.openxmlformats.org/officeDocument/2006/relationships/slide" Target="/ppt/slides/slide34.xml" Id="Ra3f9968493d64ab6" /><Relationship Type="http://schemas.openxmlformats.org/officeDocument/2006/relationships/slide" Target="/ppt/slides/slide35.xml" Id="R7aee1edf41e74f28" /><Relationship Type="http://schemas.openxmlformats.org/officeDocument/2006/relationships/slide" Target="/ppt/slides/slide36.xml" Id="R121ba7dfaeab4add" /><Relationship Type="http://schemas.openxmlformats.org/officeDocument/2006/relationships/slide" Target="/ppt/slides/slide37.xml" Id="R21bd4020d20649f2" /><Relationship Type="http://schemas.openxmlformats.org/officeDocument/2006/relationships/slide" Target="/ppt/slides/slide38.xml" Id="R52ebbf5ab4e04266" /><Relationship Type="http://schemas.openxmlformats.org/officeDocument/2006/relationships/slide" Target="/ppt/slides/slide39.xml" Id="R240835e6cbaa42bd" /><Relationship Type="http://schemas.openxmlformats.org/officeDocument/2006/relationships/slide" Target="/ppt/slides/slide40.xml" Id="Reb6c9643797e442a" /><Relationship Type="http://schemas.openxmlformats.org/officeDocument/2006/relationships/slide" Target="/ppt/slides/slide41.xml" Id="R0d7aa46f98414b7b" /><Relationship Type="http://schemas.openxmlformats.org/officeDocument/2006/relationships/slide" Target="/ppt/slides/slide42.xml" Id="R7569146bb56e4aa0" /><Relationship Type="http://schemas.openxmlformats.org/officeDocument/2006/relationships/slide" Target="/ppt/slides/slide43.xml" Id="R2479a0579b86425a" /><Relationship Type="http://schemas.openxmlformats.org/officeDocument/2006/relationships/slide" Target="/ppt/slides/slide44.xml" Id="R91093e558f2b4e88" /><Relationship Type="http://schemas.openxmlformats.org/officeDocument/2006/relationships/slide" Target="/ppt/slides/slide45.xml" Id="Rbb7f887874034007" /><Relationship Type="http://schemas.openxmlformats.org/officeDocument/2006/relationships/slide" Target="/ppt/slides/slide46.xml" Id="R6bd1b0d1bcb140f6" /><Relationship Type="http://schemas.openxmlformats.org/officeDocument/2006/relationships/slide" Target="/ppt/slides/slide47.xml" Id="Rf6105a68240544bf" /><Relationship Type="http://schemas.openxmlformats.org/officeDocument/2006/relationships/slide" Target="/ppt/slides/slide48.xml" Id="Rb1646e0115a44a3f" /><Relationship Type="http://schemas.openxmlformats.org/officeDocument/2006/relationships/slide" Target="/ppt/slides/slide49.xml" Id="Re1702cafb6634f52" /><Relationship Type="http://schemas.openxmlformats.org/officeDocument/2006/relationships/slide" Target="/ppt/slides/slide50.xml" Id="R53c06c483fb04889" /><Relationship Type="http://schemas.openxmlformats.org/officeDocument/2006/relationships/slide" Target="/ppt/slides/slide51.xml" Id="Rac56ebeb0be3437d" /><Relationship Type="http://schemas.openxmlformats.org/officeDocument/2006/relationships/slide" Target="/ppt/slides/slide52.xml" Id="Rcd88f9381f98499c" /><Relationship Type="http://schemas.openxmlformats.org/officeDocument/2006/relationships/slide" Target="/ppt/slides/slide53.xml" Id="R157afc6f86e94eb2" /><Relationship Type="http://schemas.openxmlformats.org/officeDocument/2006/relationships/slide" Target="/ppt/slides/slide54.xml" Id="Re1aceff9b60d47d4" /><Relationship Type="http://schemas.openxmlformats.org/officeDocument/2006/relationships/slide" Target="/ppt/slides/slide55.xml" Id="R01398a168e054380" /><Relationship Type="http://schemas.openxmlformats.org/officeDocument/2006/relationships/slide" Target="/ppt/slides/slide56.xml" Id="R0162e59d02314b11" /><Relationship Type="http://schemas.openxmlformats.org/officeDocument/2006/relationships/slide" Target="/ppt/slides/slide57.xml" Id="Ra8b458cdfcf342dc" /><Relationship Type="http://schemas.openxmlformats.org/officeDocument/2006/relationships/slide" Target="/ppt/slides/slide58.xml" Id="R4fbcac33957644f5" /><Relationship Type="http://schemas.openxmlformats.org/officeDocument/2006/relationships/slide" Target="/ppt/slides/slide59.xml" Id="Rc499fa8fee4a4a19" /><Relationship Type="http://schemas.openxmlformats.org/officeDocument/2006/relationships/slide" Target="/ppt/slides/slide60.xml" Id="R7e3d0f1f166b4551" /><Relationship Type="http://schemas.openxmlformats.org/officeDocument/2006/relationships/slide" Target="/ppt/slides/slide61.xml" Id="Rb25d736d84434ef2" /><Relationship Type="http://schemas.openxmlformats.org/officeDocument/2006/relationships/slide" Target="/ppt/slides/slide62.xml" Id="R50b759de053048f7" /><Relationship Type="http://schemas.openxmlformats.org/officeDocument/2006/relationships/slide" Target="/ppt/slides/slide63.xml" Id="R5974d6c305524e6c" /><Relationship Type="http://schemas.openxmlformats.org/officeDocument/2006/relationships/slide" Target="/ppt/slides/slide64.xml" Id="Re6e5e1f7215445c3" /><Relationship Type="http://schemas.openxmlformats.org/officeDocument/2006/relationships/slide" Target="/ppt/slides/slide65.xml" Id="R48b4bc8f6b574397" /><Relationship Type="http://schemas.openxmlformats.org/officeDocument/2006/relationships/slide" Target="/ppt/slides/slide66.xml" Id="Rac651f1736ae4873" /><Relationship Type="http://schemas.openxmlformats.org/officeDocument/2006/relationships/slide" Target="/ppt/slides/slide67.xml" Id="R30227b6ca14547a9" /><Relationship Type="http://schemas.openxmlformats.org/officeDocument/2006/relationships/slide" Target="/ppt/slides/slide68.xml" Id="R03e819a666dd4681" /><Relationship Type="http://schemas.openxmlformats.org/officeDocument/2006/relationships/slide" Target="/ppt/slides/slide69.xml" Id="R8c1a3697811e4feb" /><Relationship Type="http://schemas.openxmlformats.org/officeDocument/2006/relationships/slide" Target="/ppt/slides/slide70.xml" Id="R39f49bc837974abd" /><Relationship Type="http://schemas.openxmlformats.org/officeDocument/2006/relationships/slide" Target="/ppt/slides/slide71.xml" Id="Rdb5c1f7b41d340a4" /><Relationship Type="http://schemas.openxmlformats.org/officeDocument/2006/relationships/slide" Target="/ppt/slides/slide72.xml" Id="Re3e690a2f6364196" /><Relationship Type="http://schemas.openxmlformats.org/officeDocument/2006/relationships/slide" Target="/ppt/slides/slide73.xml" Id="Rb1ba1a6300ea41a3" /><Relationship Type="http://schemas.openxmlformats.org/officeDocument/2006/relationships/slide" Target="/ppt/slides/slide74.xml" Id="Rd73e8cea978f4d3d" /><Relationship Type="http://schemas.openxmlformats.org/officeDocument/2006/relationships/slide" Target="/ppt/slides/slide75.xml" Id="Rbe14ec53217f48e4" /><Relationship Type="http://schemas.openxmlformats.org/officeDocument/2006/relationships/slide" Target="/ppt/slides/slide76.xml" Id="Re96cd6f83c5b4aae" /><Relationship Type="http://schemas.openxmlformats.org/officeDocument/2006/relationships/slide" Target="/ppt/slides/slide77.xml" Id="R36e99279c0294248" /><Relationship Type="http://schemas.openxmlformats.org/officeDocument/2006/relationships/slide" Target="/ppt/slides/slide78.xml" Id="R4082fa6195284bd1" /><Relationship Type="http://schemas.openxmlformats.org/officeDocument/2006/relationships/slide" Target="/ppt/slides/slide79.xml" Id="R7949e4a3f7134421" /><Relationship Type="http://schemas.openxmlformats.org/officeDocument/2006/relationships/slide" Target="/ppt/slides/slide80.xml" Id="R923c527fc9cf4a44" /><Relationship Type="http://schemas.openxmlformats.org/officeDocument/2006/relationships/slide" Target="/ppt/slides/slide81.xml" Id="Re0a160363d4f4d3c" /><Relationship Type="http://schemas.openxmlformats.org/officeDocument/2006/relationships/slide" Target="/ppt/slides/slide82.xml" Id="R790979bfd99a42df" /><Relationship Type="http://schemas.openxmlformats.org/officeDocument/2006/relationships/slide" Target="/ppt/slides/slide83.xml" Id="R7e418702b1bf439f" /><Relationship Type="http://schemas.openxmlformats.org/officeDocument/2006/relationships/slide" Target="/ppt/slides/slide84.xml" Id="R1a786402a4624962" /><Relationship Type="http://schemas.openxmlformats.org/officeDocument/2006/relationships/slide" Target="/ppt/slides/slide85.xml" Id="Rfe027c80ee574c39" /><Relationship Type="http://schemas.openxmlformats.org/officeDocument/2006/relationships/slide" Target="/ppt/slides/slide86.xml" Id="R3aea1daca60b4fa9" /><Relationship Type="http://schemas.openxmlformats.org/officeDocument/2006/relationships/slide" Target="/ppt/slides/slide87.xml" Id="Re6b2f2a52e4d4926" /><Relationship Type="http://schemas.openxmlformats.org/officeDocument/2006/relationships/slide" Target="/ppt/slides/slide88.xml" Id="Reacea235c9c74498" /><Relationship Type="http://schemas.openxmlformats.org/officeDocument/2006/relationships/slide" Target="/ppt/slides/slide89.xml" Id="R4c8fdd526fc8413f" /><Relationship Type="http://schemas.openxmlformats.org/officeDocument/2006/relationships/slide" Target="/ppt/slides/slide90.xml" Id="R7c6f82e3362c489b" /><Relationship Type="http://schemas.openxmlformats.org/officeDocument/2006/relationships/slide" Target="/ppt/slides/slide91.xml" Id="R61cf6755b44f4cbc" /><Relationship Type="http://schemas.openxmlformats.org/officeDocument/2006/relationships/slide" Target="/ppt/slides/slide92.xml" Id="R60a9f0437b974713" /><Relationship Type="http://schemas.openxmlformats.org/officeDocument/2006/relationships/slide" Target="/ppt/slides/slide93.xml" Id="R88a697414019449f" /><Relationship Type="http://schemas.openxmlformats.org/officeDocument/2006/relationships/slide" Target="/ppt/slides/slide94.xml" Id="Rf59b92569b2b4716" /><Relationship Type="http://schemas.openxmlformats.org/officeDocument/2006/relationships/slide" Target="/ppt/slides/slide95.xml" Id="R6e424e767424417f" /><Relationship Type="http://schemas.openxmlformats.org/officeDocument/2006/relationships/slide" Target="/ppt/slides/slide96.xml" Id="Re6896536f3fa40f0" /><Relationship Type="http://schemas.openxmlformats.org/officeDocument/2006/relationships/slide" Target="/ppt/slides/slide97.xml" Id="R5e51fed03517459a" /><Relationship Type="http://schemas.openxmlformats.org/officeDocument/2006/relationships/slide" Target="/ppt/slides/slide98.xml" Id="R037a3fc4acf1455e" /><Relationship Type="http://schemas.openxmlformats.org/officeDocument/2006/relationships/slide" Target="/ppt/slides/slide99.xml" Id="R5788705d402d4316" /><Relationship Type="http://schemas.openxmlformats.org/officeDocument/2006/relationships/slide" Target="/ppt/slides/slide100.xml" Id="R8a224b39d16e4e93" /><Relationship Type="http://schemas.openxmlformats.org/officeDocument/2006/relationships/slide" Target="/ppt/slides/slide101.xml" Id="R1fcb294ba2ba4aed" /><Relationship Type="http://schemas.openxmlformats.org/officeDocument/2006/relationships/slide" Target="/ppt/slides/slide102.xml" Id="R454fd0547e1e47b5" /><Relationship Type="http://schemas.openxmlformats.org/officeDocument/2006/relationships/slide" Target="/ppt/slides/slide103.xml" Id="R7f8bcfd2eef94c53" /><Relationship Type="http://schemas.openxmlformats.org/officeDocument/2006/relationships/slide" Target="/ppt/slides/slide104.xml" Id="R391e000f406147df" /><Relationship Type="http://schemas.openxmlformats.org/officeDocument/2006/relationships/slide" Target="/ppt/slides/slide105.xml" Id="Rb39d9c8a05fc41c2" /><Relationship Type="http://schemas.openxmlformats.org/officeDocument/2006/relationships/slide" Target="/ppt/slides/slide106.xml" Id="R9b4128b71af949a3" /><Relationship Type="http://schemas.openxmlformats.org/officeDocument/2006/relationships/slide" Target="/ppt/slides/slide107.xml" Id="Rafaa662370e84694" /><Relationship Type="http://schemas.openxmlformats.org/officeDocument/2006/relationships/slide" Target="/ppt/slides/slide108.xml" Id="Rac7590564c834097" /><Relationship Type="http://schemas.openxmlformats.org/officeDocument/2006/relationships/slide" Target="/ppt/slides/slide109.xml" Id="R43727ddfcb304ea4" /><Relationship Type="http://schemas.openxmlformats.org/officeDocument/2006/relationships/slide" Target="/ppt/slides/slide110.xml" Id="Rb0a48775a7aa48f8" /><Relationship Type="http://schemas.openxmlformats.org/officeDocument/2006/relationships/slide" Target="/ppt/slides/slide111.xml" Id="Rde1babd9a7fb44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d3812f23a84c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d760fd7fe34891" /><Relationship Type="http://schemas.openxmlformats.org/officeDocument/2006/relationships/notesMaster" Target="/ppt/notesMasters/notesMaster1.xml" Id="Rbe1d1330a26847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a7df0d4a244f42" /><Relationship Type="http://schemas.openxmlformats.org/officeDocument/2006/relationships/notesMaster" Target="/ppt/notesMasters/notesMaster1.xml" Id="Rc5390e77fb1b4e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56a68917dd4d23" /><Relationship Type="http://schemas.openxmlformats.org/officeDocument/2006/relationships/notesMaster" Target="/ppt/notesMasters/notesMaster1.xml" Id="R67d5072bc0834f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a0eaedde4947be" /><Relationship Type="http://schemas.openxmlformats.org/officeDocument/2006/relationships/notesMaster" Target="/ppt/notesMasters/notesMaster1.xml" Id="Re0005aa71fa243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7d8e8f1b44094" /><Relationship Type="http://schemas.openxmlformats.org/officeDocument/2006/relationships/notesMaster" Target="/ppt/notesMasters/notesMaster1.xml" Id="R4ca57ff361b448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227131666c49c3" /><Relationship Type="http://schemas.openxmlformats.org/officeDocument/2006/relationships/notesMaster" Target="/ppt/notesMasters/notesMaster1.xml" Id="Rb1abf22a3fee43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1c14c1049743ca" /><Relationship Type="http://schemas.openxmlformats.org/officeDocument/2006/relationships/notesMaster" Target="/ppt/notesMasters/notesMaster1.xml" Id="Rae982657fde543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6a87d30d614104" /><Relationship Type="http://schemas.openxmlformats.org/officeDocument/2006/relationships/notesMaster" Target="/ppt/notesMasters/notesMaster1.xml" Id="R139c6246ce3e4b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5c4e41787d4696" /><Relationship Type="http://schemas.openxmlformats.org/officeDocument/2006/relationships/notesMaster" Target="/ppt/notesMasters/notesMaster1.xml" Id="Ra1e59061caf342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72d50b20d0434e" /><Relationship Type="http://schemas.openxmlformats.org/officeDocument/2006/relationships/notesMaster" Target="/ppt/notesMasters/notesMaster1.xml" Id="R7a279f73315f40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92f4572eb9487b" /><Relationship Type="http://schemas.openxmlformats.org/officeDocument/2006/relationships/notesMaster" Target="/ppt/notesMasters/notesMaster1.xml" Id="R2ceba242ca2441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e7463d937e45ad" /><Relationship Type="http://schemas.openxmlformats.org/officeDocument/2006/relationships/notesMaster" Target="/ppt/notesMasters/notesMaster1.xml" Id="Rae87e809f66742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1f7efee3d24029" /><Relationship Type="http://schemas.openxmlformats.org/officeDocument/2006/relationships/notesMaster" Target="/ppt/notesMasters/notesMaster1.xml" Id="R76a5019eb71a40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96643505974d25" /><Relationship Type="http://schemas.openxmlformats.org/officeDocument/2006/relationships/notesMaster" Target="/ppt/notesMasters/notesMaster1.xml" Id="R2ac00a42bf3e487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3f0f73e71dd4754" /><Relationship Type="http://schemas.openxmlformats.org/officeDocument/2006/relationships/notesMaster" Target="/ppt/notesMasters/notesMaster1.xml" Id="R11104bfa2c6d4a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8a1121cc8014c40" /><Relationship Type="http://schemas.openxmlformats.org/officeDocument/2006/relationships/notesMaster" Target="/ppt/notesMasters/notesMaster1.xml" Id="Rdd80352d9ba440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ffc7f2f04134e73" /><Relationship Type="http://schemas.openxmlformats.org/officeDocument/2006/relationships/notesMaster" Target="/ppt/notesMasters/notesMaster1.xml" Id="Rdcca88b9a5fc4d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3a63b371b34345" /><Relationship Type="http://schemas.openxmlformats.org/officeDocument/2006/relationships/notesMaster" Target="/ppt/notesMasters/notesMaster1.xml" Id="Rf7110005d1d74b3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bb8b381f7694251" /><Relationship Type="http://schemas.openxmlformats.org/officeDocument/2006/relationships/notesMaster" Target="/ppt/notesMasters/notesMaster1.xml" Id="R4eeafe18b16642f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e7c69f46c74119" /><Relationship Type="http://schemas.openxmlformats.org/officeDocument/2006/relationships/notesMaster" Target="/ppt/notesMasters/notesMaster1.xml" Id="R9022b0fb88f14f0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5b1fecc043a4768" /><Relationship Type="http://schemas.openxmlformats.org/officeDocument/2006/relationships/notesMaster" Target="/ppt/notesMasters/notesMaster1.xml" Id="R7fc931fcd31a46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3a2bfd07a764ca5" /><Relationship Type="http://schemas.openxmlformats.org/officeDocument/2006/relationships/notesMaster" Target="/ppt/notesMasters/notesMaster1.xml" Id="Rc4d6c6e9f1c9441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4a418b23c5943d1" /><Relationship Type="http://schemas.openxmlformats.org/officeDocument/2006/relationships/notesMaster" Target="/ppt/notesMasters/notesMaster1.xml" Id="R2acf897c1cd543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b5ceee1e014492f" /><Relationship Type="http://schemas.openxmlformats.org/officeDocument/2006/relationships/notesMaster" Target="/ppt/notesMasters/notesMaster1.xml" Id="Rd0ca3088304c4fe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337a5672ddc4c1b" /><Relationship Type="http://schemas.openxmlformats.org/officeDocument/2006/relationships/notesMaster" Target="/ppt/notesMasters/notesMaster1.xml" Id="R3f6a5dd15d134d6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86efd6030784daa" /><Relationship Type="http://schemas.openxmlformats.org/officeDocument/2006/relationships/notesMaster" Target="/ppt/notesMasters/notesMaster1.xml" Id="Rfd939f9270ba406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12792e9480948d5" /><Relationship Type="http://schemas.openxmlformats.org/officeDocument/2006/relationships/notesMaster" Target="/ppt/notesMasters/notesMaster1.xml" Id="Rf7b47997b1e94c4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4cc5713c0d545c2" /><Relationship Type="http://schemas.openxmlformats.org/officeDocument/2006/relationships/notesMaster" Target="/ppt/notesMasters/notesMaster1.xml" Id="R386238d7622e412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3a01c89f1c441eb" /><Relationship Type="http://schemas.openxmlformats.org/officeDocument/2006/relationships/notesMaster" Target="/ppt/notesMasters/notesMaster1.xml" Id="R365e0eb6f1a442e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d1c24108c6a4c84" /><Relationship Type="http://schemas.openxmlformats.org/officeDocument/2006/relationships/notesMaster" Target="/ppt/notesMasters/notesMaster1.xml" Id="R26628eb741da42f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4b4f30ca5464988" /><Relationship Type="http://schemas.openxmlformats.org/officeDocument/2006/relationships/notesMaster" Target="/ppt/notesMasters/notesMaster1.xml" Id="R43aa0008cd554d6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b51c28f779342df" /><Relationship Type="http://schemas.openxmlformats.org/officeDocument/2006/relationships/notesMaster" Target="/ppt/notesMasters/notesMaster1.xml" Id="Rbdf194b83a8147d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b3e6d7aba02461d" /><Relationship Type="http://schemas.openxmlformats.org/officeDocument/2006/relationships/notesMaster" Target="/ppt/notesMasters/notesMaster1.xml" Id="R6337ce2cc3374b9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c67811871d04d8b" /><Relationship Type="http://schemas.openxmlformats.org/officeDocument/2006/relationships/notesMaster" Target="/ppt/notesMasters/notesMaster1.xml" Id="Rf2fae3d37f174dc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4f2f09111c940de" /><Relationship Type="http://schemas.openxmlformats.org/officeDocument/2006/relationships/notesMaster" Target="/ppt/notesMasters/notesMaster1.xml" Id="R372b77839d6f4b0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e72dfb10f774989" /><Relationship Type="http://schemas.openxmlformats.org/officeDocument/2006/relationships/notesMaster" Target="/ppt/notesMasters/notesMaster1.xml" Id="R5eaecc386d7f411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1355960d1da4836" /><Relationship Type="http://schemas.openxmlformats.org/officeDocument/2006/relationships/notesMaster" Target="/ppt/notesMasters/notesMaster1.xml" Id="Ree2d1dd1f6a5442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11ac66e4b1845ff" /><Relationship Type="http://schemas.openxmlformats.org/officeDocument/2006/relationships/notesMaster" Target="/ppt/notesMasters/notesMaster1.xml" Id="R9796fb89742f447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1aaf80ff0a1480a" /><Relationship Type="http://schemas.openxmlformats.org/officeDocument/2006/relationships/notesMaster" Target="/ppt/notesMasters/notesMaster1.xml" Id="R224829209f234dd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5dfadd085c04a25" /><Relationship Type="http://schemas.openxmlformats.org/officeDocument/2006/relationships/notesMaster" Target="/ppt/notesMasters/notesMaster1.xml" Id="Rd44063d47993457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f7ff06b5d1c426b" /><Relationship Type="http://schemas.openxmlformats.org/officeDocument/2006/relationships/notesMaster" Target="/ppt/notesMasters/notesMaster1.xml" Id="R1dcdc776b5d0467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5a6cedb79b2453e" /><Relationship Type="http://schemas.openxmlformats.org/officeDocument/2006/relationships/notesMaster" Target="/ppt/notesMasters/notesMaster1.xml" Id="R8459f4eb88b2475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a62dd96f4584d61" /><Relationship Type="http://schemas.openxmlformats.org/officeDocument/2006/relationships/notesMaster" Target="/ppt/notesMasters/notesMaster1.xml" Id="R1d918e47e708439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3be9c8ee2ea4a69" /><Relationship Type="http://schemas.openxmlformats.org/officeDocument/2006/relationships/notesMaster" Target="/ppt/notesMasters/notesMaster1.xml" Id="R39ba95e33a44442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3786578c76b4e3b" /><Relationship Type="http://schemas.openxmlformats.org/officeDocument/2006/relationships/notesMaster" Target="/ppt/notesMasters/notesMaster1.xml" Id="Re3c13806f86b419c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d5cbd6e5d9d4b42" /><Relationship Type="http://schemas.openxmlformats.org/officeDocument/2006/relationships/notesMaster" Target="/ppt/notesMasters/notesMaster1.xml" Id="Rb8e155b1f77f426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6dc2fe5e6304129" /><Relationship Type="http://schemas.openxmlformats.org/officeDocument/2006/relationships/notesMaster" Target="/ppt/notesMasters/notesMaster1.xml" Id="R1c5c68789e424ef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3be50f0d7994435" /><Relationship Type="http://schemas.openxmlformats.org/officeDocument/2006/relationships/notesMaster" Target="/ppt/notesMasters/notesMaster1.xml" Id="Rf638dd6e940742e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06b6bc21f79040cd" /><Relationship Type="http://schemas.openxmlformats.org/officeDocument/2006/relationships/notesMaster" Target="/ppt/notesMasters/notesMaster1.xml" Id="Ra258f8c6821a426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0b483f7756545c3" /><Relationship Type="http://schemas.openxmlformats.org/officeDocument/2006/relationships/notesMaster" Target="/ppt/notesMasters/notesMaster1.xml" Id="Rad02794bf2e8469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27ea12a7b8584275" /><Relationship Type="http://schemas.openxmlformats.org/officeDocument/2006/relationships/notesMaster" Target="/ppt/notesMasters/notesMaster1.xml" Id="R0af731dafd494ee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243637aeec245d0" /><Relationship Type="http://schemas.openxmlformats.org/officeDocument/2006/relationships/notesMaster" Target="/ppt/notesMasters/notesMaster1.xml" Id="R4364f784ce4a4d18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a25311db0764161" /><Relationship Type="http://schemas.openxmlformats.org/officeDocument/2006/relationships/notesMaster" Target="/ppt/notesMasters/notesMaster1.xml" Id="R3526662caea0422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6a37f903caa4aee" /><Relationship Type="http://schemas.openxmlformats.org/officeDocument/2006/relationships/notesMaster" Target="/ppt/notesMasters/notesMaster1.xml" Id="Rc71d99ef3af2439c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bbcf0a3ff8c4f29" /><Relationship Type="http://schemas.openxmlformats.org/officeDocument/2006/relationships/notesMaster" Target="/ppt/notesMasters/notesMaster1.xml" Id="R3b554f88d6264372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209e76f906148f0" /><Relationship Type="http://schemas.openxmlformats.org/officeDocument/2006/relationships/notesMaster" Target="/ppt/notesMasters/notesMaster1.xml" Id="Rc6072cfafa97460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9aa5b9c309d442d" /><Relationship Type="http://schemas.openxmlformats.org/officeDocument/2006/relationships/notesMaster" Target="/ppt/notesMasters/notesMaster1.xml" Id="Ra4461c6c8977463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3aca6ba1ca34a32" /><Relationship Type="http://schemas.openxmlformats.org/officeDocument/2006/relationships/notesMaster" Target="/ppt/notesMasters/notesMaster1.xml" Id="R27e1a2b7208e47ce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9f38b45286e46ce" /><Relationship Type="http://schemas.openxmlformats.org/officeDocument/2006/relationships/notesMaster" Target="/ppt/notesMasters/notesMaster1.xml" Id="Rfee62353f55040a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e090387213e4b5e" /><Relationship Type="http://schemas.openxmlformats.org/officeDocument/2006/relationships/notesMaster" Target="/ppt/notesMasters/notesMaster1.xml" Id="Re213200c0ab04cbf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3ddb9460cc504860" /><Relationship Type="http://schemas.openxmlformats.org/officeDocument/2006/relationships/notesMaster" Target="/ppt/notesMasters/notesMaster1.xml" Id="R5fb07608142c4f4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8bf559c2bff34f7e" /><Relationship Type="http://schemas.openxmlformats.org/officeDocument/2006/relationships/notesMaster" Target="/ppt/notesMasters/notesMaster1.xml" Id="R6a16d0aba54c424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af7ca8aa667e468e" /><Relationship Type="http://schemas.openxmlformats.org/officeDocument/2006/relationships/notesMaster" Target="/ppt/notesMasters/notesMaster1.xml" Id="Rd318652811394f6e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2abdb6826f7e4ca8" /><Relationship Type="http://schemas.openxmlformats.org/officeDocument/2006/relationships/notesMaster" Target="/ppt/notesMasters/notesMaster1.xml" Id="Ree91cd6260f0416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27fc277d582b4a8c" /><Relationship Type="http://schemas.openxmlformats.org/officeDocument/2006/relationships/notesMaster" Target="/ppt/notesMasters/notesMaster1.xml" Id="R1d857e92a6614d24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33ac9af1270f4ef9" /><Relationship Type="http://schemas.openxmlformats.org/officeDocument/2006/relationships/notesMaster" Target="/ppt/notesMasters/notesMaster1.xml" Id="R1f074974ff5444c7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d552bc61128147fb" /><Relationship Type="http://schemas.openxmlformats.org/officeDocument/2006/relationships/notesMaster" Target="/ppt/notesMasters/notesMaster1.xml" Id="R0a897099e272441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c4a689273d62447e" /><Relationship Type="http://schemas.openxmlformats.org/officeDocument/2006/relationships/notesMaster" Target="/ppt/notesMasters/notesMaster1.xml" Id="R9bae78af4b314fd9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073ea083c4924ba9" /><Relationship Type="http://schemas.openxmlformats.org/officeDocument/2006/relationships/notesMaster" Target="/ppt/notesMasters/notesMaster1.xml" Id="Ra14e6809933d4ea8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1fd0bb4d26d84496" /><Relationship Type="http://schemas.openxmlformats.org/officeDocument/2006/relationships/notesMaster" Target="/ppt/notesMasters/notesMaster1.xml" Id="R59484806f23f46d0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b515c8d93b944fe3" /><Relationship Type="http://schemas.openxmlformats.org/officeDocument/2006/relationships/notesMaster" Target="/ppt/notesMasters/notesMaster1.xml" Id="R27c34b9c3b8b4f07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56ed130e490a4f31" /><Relationship Type="http://schemas.openxmlformats.org/officeDocument/2006/relationships/notesMaster" Target="/ppt/notesMasters/notesMaster1.xml" Id="R3beebaeaff634870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a848321120c34845" /><Relationship Type="http://schemas.openxmlformats.org/officeDocument/2006/relationships/notesMaster" Target="/ppt/notesMasters/notesMaster1.xml" Id="Ra2ee2692f2114ce7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d979abad706c48a0" /><Relationship Type="http://schemas.openxmlformats.org/officeDocument/2006/relationships/notesMaster" Target="/ppt/notesMasters/notesMaster1.xml" Id="R1d1355aa424f4448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2136cc61003b47fe" /><Relationship Type="http://schemas.openxmlformats.org/officeDocument/2006/relationships/notesMaster" Target="/ppt/notesMasters/notesMaster1.xml" Id="Re74142f501f94297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a78dc5e8752642a4" /><Relationship Type="http://schemas.openxmlformats.org/officeDocument/2006/relationships/notesMaster" Target="/ppt/notesMasters/notesMaster1.xml" Id="Ra3a8144a4f5843d2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01e646334d3c473e" /><Relationship Type="http://schemas.openxmlformats.org/officeDocument/2006/relationships/notesMaster" Target="/ppt/notesMasters/notesMaster1.xml" Id="Rd5b2e2da9b7645b7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f7cd8b361bd446b4" /><Relationship Type="http://schemas.openxmlformats.org/officeDocument/2006/relationships/notesMaster" Target="/ppt/notesMasters/notesMaster1.xml" Id="R6d27d330cdcb405c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adfbc925e3384bcf" /><Relationship Type="http://schemas.openxmlformats.org/officeDocument/2006/relationships/notesMaster" Target="/ppt/notesMasters/notesMaster1.xml" Id="R3d7e8652851d4cf9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fecf28bcd3804ccf" /><Relationship Type="http://schemas.openxmlformats.org/officeDocument/2006/relationships/notesMaster" Target="/ppt/notesMasters/notesMaster1.xml" Id="Ra04dee62dbca454b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7863dcf65e5d4de0" /><Relationship Type="http://schemas.openxmlformats.org/officeDocument/2006/relationships/notesMaster" Target="/ppt/notesMasters/notesMaster1.xml" Id="R7051d86bc90c43a1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7c4729a3618f479b" /><Relationship Type="http://schemas.openxmlformats.org/officeDocument/2006/relationships/notesMaster" Target="/ppt/notesMasters/notesMaster1.xml" Id="R3ca05bdfd1a545d2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f9e94ed36d844276" /><Relationship Type="http://schemas.openxmlformats.org/officeDocument/2006/relationships/notesMaster" Target="/ppt/notesMasters/notesMaster1.xml" Id="R1bbccbe74bbc4824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c72673a8d31b486e" /><Relationship Type="http://schemas.openxmlformats.org/officeDocument/2006/relationships/notesMaster" Target="/ppt/notesMasters/notesMaster1.xml" Id="R392ccf377f1247c1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099dc0af2de24101" /><Relationship Type="http://schemas.openxmlformats.org/officeDocument/2006/relationships/notesMaster" Target="/ppt/notesMasters/notesMaster1.xml" Id="Re80a890d2e8f417a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0803b7e8b5c44977" /><Relationship Type="http://schemas.openxmlformats.org/officeDocument/2006/relationships/notesMaster" Target="/ppt/notesMasters/notesMaster1.xml" Id="Rf4d28478565d45d5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766f07c576314c7c" /><Relationship Type="http://schemas.openxmlformats.org/officeDocument/2006/relationships/notesMaster" Target="/ppt/notesMasters/notesMaster1.xml" Id="Rdf3d66fe373446e4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32410a5066c847e8" /><Relationship Type="http://schemas.openxmlformats.org/officeDocument/2006/relationships/notesMaster" Target="/ppt/notesMasters/notesMaster1.xml" Id="R8bb60d42a56b4bb6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20df5f7f969e4fe6" /><Relationship Type="http://schemas.openxmlformats.org/officeDocument/2006/relationships/notesMaster" Target="/ppt/notesMasters/notesMaster1.xml" Id="Rda7044371b4d4e08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d4768ec688884d5f" /><Relationship Type="http://schemas.openxmlformats.org/officeDocument/2006/relationships/notesMaster" Target="/ppt/notesMasters/notesMaster1.xml" Id="R611b83665d044145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718d9e0ab0984f96" /><Relationship Type="http://schemas.openxmlformats.org/officeDocument/2006/relationships/notesMaster" Target="/ppt/notesMasters/notesMaster1.xml" Id="R0f67ad4c7aa244f9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10923d745c1f46f4" /><Relationship Type="http://schemas.openxmlformats.org/officeDocument/2006/relationships/notesMaster" Target="/ppt/notesMasters/notesMaster1.xml" Id="Rb77f815486a2413e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c5f18c2780994274" /><Relationship Type="http://schemas.openxmlformats.org/officeDocument/2006/relationships/notesMaster" Target="/ppt/notesMasters/notesMaster1.xml" Id="R76ac73765ae745d6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3b83a009d2b44258" /><Relationship Type="http://schemas.openxmlformats.org/officeDocument/2006/relationships/notesMaster" Target="/ppt/notesMasters/notesMaster1.xml" Id="R8f52b3ea2f6d4aeb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e56135bc2f034832" /><Relationship Type="http://schemas.openxmlformats.org/officeDocument/2006/relationships/notesMaster" Target="/ppt/notesMasters/notesMaster1.xml" Id="R159fd8c8c45d4a07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747b2ad5cc64809" /><Relationship Type="http://schemas.openxmlformats.org/officeDocument/2006/relationships/notesMaster" Target="/ppt/notesMasters/notesMaster1.xml" Id="Rbbbb2153cfdf4fb9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9149962290345d9" /><Relationship Type="http://schemas.openxmlformats.org/officeDocument/2006/relationships/notesMaster" Target="/ppt/notesMasters/notesMaster1.xml" Id="Rcf269216053e417a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0d328f48164743db" /><Relationship Type="http://schemas.openxmlformats.org/officeDocument/2006/relationships/notesMaster" Target="/ppt/notesMasters/notesMaster1.xml" Id="R6ffea093eecc4b68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9520b68a7bff429e" /><Relationship Type="http://schemas.openxmlformats.org/officeDocument/2006/relationships/notesMaster" Target="/ppt/notesMasters/notesMaster1.xml" Id="R16d7c8c7fabe4ae8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de988a41768e42c3" /><Relationship Type="http://schemas.openxmlformats.org/officeDocument/2006/relationships/notesMaster" Target="/ppt/notesMasters/notesMaster1.xml" Id="R7dc8ca2f85d7430a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9e1b428f8d134e3f" /><Relationship Type="http://schemas.openxmlformats.org/officeDocument/2006/relationships/notesMaster" Target="/ppt/notesMasters/notesMaster1.xml" Id="Rd8557de32b9a4af2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7b22fa15fd744af4" /><Relationship Type="http://schemas.openxmlformats.org/officeDocument/2006/relationships/notesMaster" Target="/ppt/notesMasters/notesMaster1.xml" Id="Rc1dcb7cc33d144ef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09e121625d8f422a" /><Relationship Type="http://schemas.openxmlformats.org/officeDocument/2006/relationships/notesMaster" Target="/ppt/notesMasters/notesMaster1.xml" Id="R8ca716cea62b4c7a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3602570f554c4d0a" /><Relationship Type="http://schemas.openxmlformats.org/officeDocument/2006/relationships/notesMaster" Target="/ppt/notesMasters/notesMaster1.xml" Id="R12f92b2f03ea4801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72935e3cc0384ca2" /><Relationship Type="http://schemas.openxmlformats.org/officeDocument/2006/relationships/notesMaster" Target="/ppt/notesMasters/notesMaster1.xml" Id="R5d9836466cdc43d9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97b620accd4e4ebf" /><Relationship Type="http://schemas.openxmlformats.org/officeDocument/2006/relationships/notesMaster" Target="/ppt/notesMasters/notesMaster1.xml" Id="R4b7cdc91d4404e2c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9f8306e79e374daf" /><Relationship Type="http://schemas.openxmlformats.org/officeDocument/2006/relationships/notesMaster" Target="/ppt/notesMasters/notesMaster1.xml" Id="Rd5a6e8ff47b3425e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bdb82cf0e41d4739" /><Relationship Type="http://schemas.openxmlformats.org/officeDocument/2006/relationships/notesMaster" Target="/ppt/notesMasters/notesMaster1.xml" Id="R30e762e97fa44e58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b583122cab3a4e31" /><Relationship Type="http://schemas.openxmlformats.org/officeDocument/2006/relationships/notesMaster" Target="/ppt/notesMasters/notesMaster1.xml" Id="Ra73028fff4584045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a22daf1a32314599" /><Relationship Type="http://schemas.openxmlformats.org/officeDocument/2006/relationships/notesMaster" Target="/ppt/notesMasters/notesMaster1.xml" Id="Rcc85ab85d2db44a6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5341ee797ff144e3" /><Relationship Type="http://schemas.openxmlformats.org/officeDocument/2006/relationships/notesMaster" Target="/ppt/notesMasters/notesMaster1.xml" Id="Rf1758a9218c244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AI顧問室オリジナル整理。具体例は教材用の仮想ケースで、実測値を示すものではありません。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8ba454eaa34b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852e26264c49d5" /><Relationship Type="http://schemas.openxmlformats.org/officeDocument/2006/relationships/slideLayout" Target="/ppt/slideLayouts/slideLayout1.xml" Id="R6bbeb4476f504d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beb4476f504d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271c9d0c3421a" /><Relationship Type="http://schemas.openxmlformats.org/officeDocument/2006/relationships/notesSlide" Target="/ppt/notesSlides/notesSlide1.xml" Id="Re6b65b47c0f449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101604c484ca0" /><Relationship Type="http://schemas.openxmlformats.org/officeDocument/2006/relationships/notesSlide" Target="/ppt/notesSlides/notesSlide2.xml" Id="R17e5c17ec14246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1577a68e14bd0" /><Relationship Type="http://schemas.openxmlformats.org/officeDocument/2006/relationships/notesSlide" Target="/ppt/notesSlides/notesSlide3.xml" Id="R5792752240ba46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5c40a41fd4842" /><Relationship Type="http://schemas.openxmlformats.org/officeDocument/2006/relationships/notesSlide" Target="/ppt/notesSlides/notesSlide4.xml" Id="R647db2d7c9fd44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f45c7ffc24ac4" /><Relationship Type="http://schemas.openxmlformats.org/officeDocument/2006/relationships/notesSlide" Target="/ppt/notesSlides/notesSlide5.xml" Id="R6e2a579a82ff43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e9b6bffef45bb" /><Relationship Type="http://schemas.openxmlformats.org/officeDocument/2006/relationships/notesSlide" Target="/ppt/notesSlides/notesSlide6.xml" Id="R8cf0581b64b649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cf2ed331d45f2" /><Relationship Type="http://schemas.openxmlformats.org/officeDocument/2006/relationships/notesSlide" Target="/ppt/notesSlides/notesSlide7.xml" Id="Rfc24aa14e16142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a3476f3f748d0" /><Relationship Type="http://schemas.openxmlformats.org/officeDocument/2006/relationships/notesSlide" Target="/ppt/notesSlides/notesSlide8.xml" Id="R110d74ffe2d64d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f924730ff4d40" /><Relationship Type="http://schemas.openxmlformats.org/officeDocument/2006/relationships/notesSlide" Target="/ppt/notesSlides/notesSlide9.xml" Id="R47804748552f4a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a0acb032f4116" /><Relationship Type="http://schemas.openxmlformats.org/officeDocument/2006/relationships/notesSlide" Target="/ppt/notesSlides/notesSlide10.xml" Id="R78a9d5a973624a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afaacd1804af9" /><Relationship Type="http://schemas.openxmlformats.org/officeDocument/2006/relationships/notesSlide" Target="/ppt/notesSlides/notesSlide11.xml" Id="R682dc6cafcef40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c249ea7ef430e" /><Relationship Type="http://schemas.openxmlformats.org/officeDocument/2006/relationships/notesSlide" Target="/ppt/notesSlides/notesSlide12.xml" Id="R82b047595820424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01d8863354d47" /><Relationship Type="http://schemas.openxmlformats.org/officeDocument/2006/relationships/notesSlide" Target="/ppt/notesSlides/notesSlide13.xml" Id="Rc8ecb7ec575942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ad07e74074fce" /><Relationship Type="http://schemas.openxmlformats.org/officeDocument/2006/relationships/notesSlide" Target="/ppt/notesSlides/notesSlide14.xml" Id="R5e5601d93db446a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63ca04a8b54e86" /><Relationship Type="http://schemas.openxmlformats.org/officeDocument/2006/relationships/notesSlide" Target="/ppt/notesSlides/notesSlide15.xml" Id="R61ac8c1820b341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ef466473f4fd0" /><Relationship Type="http://schemas.openxmlformats.org/officeDocument/2006/relationships/notesSlide" Target="/ppt/notesSlides/notesSlide16.xml" Id="R88ffb6a0579c472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efb2344c94836" /><Relationship Type="http://schemas.openxmlformats.org/officeDocument/2006/relationships/notesSlide" Target="/ppt/notesSlides/notesSlide17.xml" Id="R3513ce56b25c4eb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8dcd454934595" /><Relationship Type="http://schemas.openxmlformats.org/officeDocument/2006/relationships/notesSlide" Target="/ppt/notesSlides/notesSlide18.xml" Id="Rde6edce2463c4e9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1284e99034738" /><Relationship Type="http://schemas.openxmlformats.org/officeDocument/2006/relationships/notesSlide" Target="/ppt/notesSlides/notesSlide19.xml" Id="R892d6a7e245546b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2fe8e640f4b7f" /><Relationship Type="http://schemas.openxmlformats.org/officeDocument/2006/relationships/notesSlide" Target="/ppt/notesSlides/notesSlide20.xml" Id="R6e51364b467444a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78898a5be4595" /><Relationship Type="http://schemas.openxmlformats.org/officeDocument/2006/relationships/notesSlide" Target="/ppt/notesSlides/notesSlide21.xml" Id="Rcc6aa82620e8445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4edb413dc4ebf" /><Relationship Type="http://schemas.openxmlformats.org/officeDocument/2006/relationships/notesSlide" Target="/ppt/notesSlides/notesSlide22.xml" Id="Rd25f3685683e469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4bb0229f44edc" /><Relationship Type="http://schemas.openxmlformats.org/officeDocument/2006/relationships/notesSlide" Target="/ppt/notesSlides/notesSlide23.xml" Id="R976b46617fc3469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43a41f12e4836" /><Relationship Type="http://schemas.openxmlformats.org/officeDocument/2006/relationships/notesSlide" Target="/ppt/notesSlides/notesSlide24.xml" Id="R4a0239fb39904b7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891b0c9344edc" /><Relationship Type="http://schemas.openxmlformats.org/officeDocument/2006/relationships/notesSlide" Target="/ppt/notesSlides/notesSlide25.xml" Id="Ra17bc148b266439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cfdf77245407b" /><Relationship Type="http://schemas.openxmlformats.org/officeDocument/2006/relationships/notesSlide" Target="/ppt/notesSlides/notesSlide26.xml" Id="R671e3b2df1b24da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e00a5514d47f0" /><Relationship Type="http://schemas.openxmlformats.org/officeDocument/2006/relationships/notesSlide" Target="/ppt/notesSlides/notesSlide27.xml" Id="R59f09791f7a54e8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28e9862404ea0" /><Relationship Type="http://schemas.openxmlformats.org/officeDocument/2006/relationships/notesSlide" Target="/ppt/notesSlides/notesSlide28.xml" Id="R4c52903f613a494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64c656415148bf" /><Relationship Type="http://schemas.openxmlformats.org/officeDocument/2006/relationships/notesSlide" Target="/ppt/notesSlides/notesSlide29.xml" Id="Rce93710a0d044a5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6f7ba97d34643" /><Relationship Type="http://schemas.openxmlformats.org/officeDocument/2006/relationships/notesSlide" Target="/ppt/notesSlides/notesSlide30.xml" Id="R43571055fc28404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86244fd6b45cd" /><Relationship Type="http://schemas.openxmlformats.org/officeDocument/2006/relationships/notesSlide" Target="/ppt/notesSlides/notesSlide31.xml" Id="R5256a246d7db468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fd770bfbc44a4" /><Relationship Type="http://schemas.openxmlformats.org/officeDocument/2006/relationships/notesSlide" Target="/ppt/notesSlides/notesSlide32.xml" Id="Refc929774aef4d5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6fd29c68a4566" /><Relationship Type="http://schemas.openxmlformats.org/officeDocument/2006/relationships/notesSlide" Target="/ppt/notesSlides/notesSlide33.xml" Id="R69110554101c448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8ce6ea2ac47d2" /><Relationship Type="http://schemas.openxmlformats.org/officeDocument/2006/relationships/notesSlide" Target="/ppt/notesSlides/notesSlide34.xml" Id="R19ebe2ba68fc433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ce68ff58d41d1" /><Relationship Type="http://schemas.openxmlformats.org/officeDocument/2006/relationships/notesSlide" Target="/ppt/notesSlides/notesSlide35.xml" Id="R96feca931e49491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586b1b0c745a1" /><Relationship Type="http://schemas.openxmlformats.org/officeDocument/2006/relationships/notesSlide" Target="/ppt/notesSlides/notesSlide36.xml" Id="R52479290ed7e408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2275fffc74a8d" /><Relationship Type="http://schemas.openxmlformats.org/officeDocument/2006/relationships/notesSlide" Target="/ppt/notesSlides/notesSlide37.xml" Id="R8761249e430d490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e361f208f48ff" /><Relationship Type="http://schemas.openxmlformats.org/officeDocument/2006/relationships/notesSlide" Target="/ppt/notesSlides/notesSlide38.xml" Id="Rf582b94d9937452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fa6f6e5c6449d" /><Relationship Type="http://schemas.openxmlformats.org/officeDocument/2006/relationships/notesSlide" Target="/ppt/notesSlides/notesSlide39.xml" Id="Rc2993888af5b4eb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c5468f2154e79" /><Relationship Type="http://schemas.openxmlformats.org/officeDocument/2006/relationships/notesSlide" Target="/ppt/notesSlides/notesSlide40.xml" Id="R8cc5c9d01e2348d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85c008431440c" /><Relationship Type="http://schemas.openxmlformats.org/officeDocument/2006/relationships/notesSlide" Target="/ppt/notesSlides/notesSlide41.xml" Id="R81d1dfe6d760478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50b9899e1d4152" /><Relationship Type="http://schemas.openxmlformats.org/officeDocument/2006/relationships/notesSlide" Target="/ppt/notesSlides/notesSlide42.xml" Id="R68cc1898fb0f491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272172b8747b4" /><Relationship Type="http://schemas.openxmlformats.org/officeDocument/2006/relationships/notesSlide" Target="/ppt/notesSlides/notesSlide43.xml" Id="R95a6d9cbbfe24d2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03d79f1854d2f" /><Relationship Type="http://schemas.openxmlformats.org/officeDocument/2006/relationships/notesSlide" Target="/ppt/notesSlides/notesSlide44.xml" Id="R4b2c33a3a5cd400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43943d65954cad" /><Relationship Type="http://schemas.openxmlformats.org/officeDocument/2006/relationships/notesSlide" Target="/ppt/notesSlides/notesSlide45.xml" Id="R729ced15e5a24ef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08e06dc544d9c" /><Relationship Type="http://schemas.openxmlformats.org/officeDocument/2006/relationships/notesSlide" Target="/ppt/notesSlides/notesSlide46.xml" Id="R4650ac6dd7894a8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a4c13f77e4d5e" /><Relationship Type="http://schemas.openxmlformats.org/officeDocument/2006/relationships/notesSlide" Target="/ppt/notesSlides/notesSlide47.xml" Id="Rfae97c5d9fa54af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f70043e48400b" /><Relationship Type="http://schemas.openxmlformats.org/officeDocument/2006/relationships/notesSlide" Target="/ppt/notesSlides/notesSlide48.xml" Id="R37f35bf9aaa947b9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a0c847ffc4afd" /><Relationship Type="http://schemas.openxmlformats.org/officeDocument/2006/relationships/notesSlide" Target="/ppt/notesSlides/notesSlide49.xml" Id="Redaf7995cd024ca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518777a2a4533" /><Relationship Type="http://schemas.openxmlformats.org/officeDocument/2006/relationships/notesSlide" Target="/ppt/notesSlides/notesSlide50.xml" Id="Re6ac07330e8845a7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d169fb1d245e5" /><Relationship Type="http://schemas.openxmlformats.org/officeDocument/2006/relationships/notesSlide" Target="/ppt/notesSlides/notesSlide51.xml" Id="Re6b0a6f56e3746f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9edd7c4634e0c" /><Relationship Type="http://schemas.openxmlformats.org/officeDocument/2006/relationships/notesSlide" Target="/ppt/notesSlides/notesSlide52.xml" Id="R6afe501ce1b94ae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5b169717f47a5" /><Relationship Type="http://schemas.openxmlformats.org/officeDocument/2006/relationships/notesSlide" Target="/ppt/notesSlides/notesSlide53.xml" Id="Ra94beddd7dac4f4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6eab3a5e34989" /><Relationship Type="http://schemas.openxmlformats.org/officeDocument/2006/relationships/notesSlide" Target="/ppt/notesSlides/notesSlide54.xml" Id="R880e91012cc9493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ab93ebdb74f5c" /><Relationship Type="http://schemas.openxmlformats.org/officeDocument/2006/relationships/notesSlide" Target="/ppt/notesSlides/notesSlide55.xml" Id="Rd7f89ed9eeae476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2b08acf4c84708" /><Relationship Type="http://schemas.openxmlformats.org/officeDocument/2006/relationships/notesSlide" Target="/ppt/notesSlides/notesSlide56.xml" Id="R73debb69aaa540d4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92f18f0344d40" /><Relationship Type="http://schemas.openxmlformats.org/officeDocument/2006/relationships/notesSlide" Target="/ppt/notesSlides/notesSlide57.xml" Id="Rcd939de18f454807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a6ee688284dfc" /><Relationship Type="http://schemas.openxmlformats.org/officeDocument/2006/relationships/notesSlide" Target="/ppt/notesSlides/notesSlide58.xml" Id="Re755d23f39614af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f56a1da7e4c75" /><Relationship Type="http://schemas.openxmlformats.org/officeDocument/2006/relationships/notesSlide" Target="/ppt/notesSlides/notesSlide59.xml" Id="R6267b9f55fd943a3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52d25afb24873" /><Relationship Type="http://schemas.openxmlformats.org/officeDocument/2006/relationships/notesSlide" Target="/ppt/notesSlides/notesSlide60.xml" Id="R15a19b85e29b41f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255b45d7b4015" /><Relationship Type="http://schemas.openxmlformats.org/officeDocument/2006/relationships/notesSlide" Target="/ppt/notesSlides/notesSlide61.xml" Id="Ra83ce33a01c64e96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49160fefa47ea" /><Relationship Type="http://schemas.openxmlformats.org/officeDocument/2006/relationships/notesSlide" Target="/ppt/notesSlides/notesSlide62.xml" Id="R78f72f503ce244d1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85ed89a3b4589" /><Relationship Type="http://schemas.openxmlformats.org/officeDocument/2006/relationships/notesSlide" Target="/ppt/notesSlides/notesSlide63.xml" Id="Rf2b3434f60674be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6cc0c29764851" /><Relationship Type="http://schemas.openxmlformats.org/officeDocument/2006/relationships/notesSlide" Target="/ppt/notesSlides/notesSlide64.xml" Id="R346217faf0d741c8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e776eee50497d" /><Relationship Type="http://schemas.openxmlformats.org/officeDocument/2006/relationships/notesSlide" Target="/ppt/notesSlides/notesSlide65.xml" Id="R7e523bdf72f04fdb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b1182987b4fca" /><Relationship Type="http://schemas.openxmlformats.org/officeDocument/2006/relationships/notesSlide" Target="/ppt/notesSlides/notesSlide66.xml" Id="R4062e0f3aa3e4d76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70b3c11024247" /><Relationship Type="http://schemas.openxmlformats.org/officeDocument/2006/relationships/notesSlide" Target="/ppt/notesSlides/notesSlide67.xml" Id="R97dc95938b914cf9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4562092734bce" /><Relationship Type="http://schemas.openxmlformats.org/officeDocument/2006/relationships/notesSlide" Target="/ppt/notesSlides/notesSlide68.xml" Id="R718ba26cd41e4036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f7e51c5e2436f" /><Relationship Type="http://schemas.openxmlformats.org/officeDocument/2006/relationships/notesSlide" Target="/ppt/notesSlides/notesSlide69.xml" Id="R66db27b1bed54b02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8a4665b96404b" /><Relationship Type="http://schemas.openxmlformats.org/officeDocument/2006/relationships/notesSlide" Target="/ppt/notesSlides/notesSlide70.xml" Id="Rf6874077ebc14b88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efd16ffbc4b35" /><Relationship Type="http://schemas.openxmlformats.org/officeDocument/2006/relationships/notesSlide" Target="/ppt/notesSlides/notesSlide71.xml" Id="R1c15faa6b8c841b7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bc967a34f4a36" /><Relationship Type="http://schemas.openxmlformats.org/officeDocument/2006/relationships/notesSlide" Target="/ppt/notesSlides/notesSlide72.xml" Id="R5c4cd671f7694539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cf257b7bd47bf" /><Relationship Type="http://schemas.openxmlformats.org/officeDocument/2006/relationships/notesSlide" Target="/ppt/notesSlides/notesSlide73.xml" Id="R3927262330994162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c1960f35140a1" /><Relationship Type="http://schemas.openxmlformats.org/officeDocument/2006/relationships/notesSlide" Target="/ppt/notesSlides/notesSlide74.xml" Id="Refc84457bb484ff3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ea47fd0834b7a" /><Relationship Type="http://schemas.openxmlformats.org/officeDocument/2006/relationships/notesSlide" Target="/ppt/notesSlides/notesSlide75.xml" Id="R68607350dfe54a56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d6eebffbb40da" /><Relationship Type="http://schemas.openxmlformats.org/officeDocument/2006/relationships/notesSlide" Target="/ppt/notesSlides/notesSlide76.xml" Id="Rafd09005dca0434c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8e5c3447d4d9f" /><Relationship Type="http://schemas.openxmlformats.org/officeDocument/2006/relationships/notesSlide" Target="/ppt/notesSlides/notesSlide77.xml" Id="R2598af15431544f6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25aabc70f4e3f" /><Relationship Type="http://schemas.openxmlformats.org/officeDocument/2006/relationships/notesSlide" Target="/ppt/notesSlides/notesSlide78.xml" Id="Rbe90c7b0efaa4efd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3ab4bf3024f80" /><Relationship Type="http://schemas.openxmlformats.org/officeDocument/2006/relationships/notesSlide" Target="/ppt/notesSlides/notesSlide79.xml" Id="R47c4bda7b21841eb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95ab34c754ebd" /><Relationship Type="http://schemas.openxmlformats.org/officeDocument/2006/relationships/notesSlide" Target="/ppt/notesSlides/notesSlide80.xml" Id="R586ae91e7c6749d9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df30ae60245fd" /><Relationship Type="http://schemas.openxmlformats.org/officeDocument/2006/relationships/notesSlide" Target="/ppt/notesSlides/notesSlide81.xml" Id="Rc8b10fb5185c41e0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526db09334605" /><Relationship Type="http://schemas.openxmlformats.org/officeDocument/2006/relationships/notesSlide" Target="/ppt/notesSlides/notesSlide82.xml" Id="Rc3b52506fec74b10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daa81509b4f91" /><Relationship Type="http://schemas.openxmlformats.org/officeDocument/2006/relationships/notesSlide" Target="/ppt/notesSlides/notesSlide83.xml" Id="Ra5f3c073e5e147c7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fec7259574782" /><Relationship Type="http://schemas.openxmlformats.org/officeDocument/2006/relationships/notesSlide" Target="/ppt/notesSlides/notesSlide84.xml" Id="R2f475c17245d41d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2d10f75134e4e" /><Relationship Type="http://schemas.openxmlformats.org/officeDocument/2006/relationships/notesSlide" Target="/ppt/notesSlides/notesSlide85.xml" Id="R048b73e12aba49e6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93052d96d45c5" /><Relationship Type="http://schemas.openxmlformats.org/officeDocument/2006/relationships/notesSlide" Target="/ppt/notesSlides/notesSlide86.xml" Id="R3a108cc1c44941e9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bb69ee14f44d9" /><Relationship Type="http://schemas.openxmlformats.org/officeDocument/2006/relationships/notesSlide" Target="/ppt/notesSlides/notesSlide87.xml" Id="R1905f371efcc4177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5491aff724ca3" /><Relationship Type="http://schemas.openxmlformats.org/officeDocument/2006/relationships/notesSlide" Target="/ppt/notesSlides/notesSlide88.xml" Id="R7150304bdb934388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d10c1958b486e" /><Relationship Type="http://schemas.openxmlformats.org/officeDocument/2006/relationships/notesSlide" Target="/ppt/notesSlides/notesSlide89.xml" Id="R1c91b6866b5b42d1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973dac489487b" /><Relationship Type="http://schemas.openxmlformats.org/officeDocument/2006/relationships/notesSlide" Target="/ppt/notesSlides/notesSlide90.xml" Id="R34c663fb98934eb1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b01afbad7540b4" /><Relationship Type="http://schemas.openxmlformats.org/officeDocument/2006/relationships/notesSlide" Target="/ppt/notesSlides/notesSlide91.xml" Id="R2b6cc8316d33481c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6651b2ccf4707" /><Relationship Type="http://schemas.openxmlformats.org/officeDocument/2006/relationships/notesSlide" Target="/ppt/notesSlides/notesSlide92.xml" Id="Re989503310d64859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6ac8d35aa4b6a" /><Relationship Type="http://schemas.openxmlformats.org/officeDocument/2006/relationships/notesSlide" Target="/ppt/notesSlides/notesSlide93.xml" Id="Rb2dce2f834f94547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8249cb5b849f6" /><Relationship Type="http://schemas.openxmlformats.org/officeDocument/2006/relationships/notesSlide" Target="/ppt/notesSlides/notesSlide94.xml" Id="Re1873887243c4ab7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a237a782aa4c7c" /><Relationship Type="http://schemas.openxmlformats.org/officeDocument/2006/relationships/notesSlide" Target="/ppt/notesSlides/notesSlide95.xml" Id="Ra382c4ac4fea4622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93fd5efb7458e" /><Relationship Type="http://schemas.openxmlformats.org/officeDocument/2006/relationships/notesSlide" Target="/ppt/notesSlides/notesSlide96.xml" Id="R2a784df544914666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53b2ac47b458a" /><Relationship Type="http://schemas.openxmlformats.org/officeDocument/2006/relationships/notesSlide" Target="/ppt/notesSlides/notesSlide97.xml" Id="R29ab896b24744e52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9943c3d564cf3" /><Relationship Type="http://schemas.openxmlformats.org/officeDocument/2006/relationships/notesSlide" Target="/ppt/notesSlides/notesSlide98.xml" Id="Re4c3a8eabf3e4ecf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81b21e326453a" /><Relationship Type="http://schemas.openxmlformats.org/officeDocument/2006/relationships/notesSlide" Target="/ppt/notesSlides/notesSlide99.xml" Id="Re883e19760ba407a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9463f2dbd64dbf" /><Relationship Type="http://schemas.openxmlformats.org/officeDocument/2006/relationships/notesSlide" Target="/ppt/notesSlides/notesSlide100.xml" Id="R2fbdacc64de540d1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8bca4a40d4d25" /><Relationship Type="http://schemas.openxmlformats.org/officeDocument/2006/relationships/notesSlide" Target="/ppt/notesSlides/notesSlide101.xml" Id="R0cfea090ad7b425e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1999fcb4c412c" /><Relationship Type="http://schemas.openxmlformats.org/officeDocument/2006/relationships/notesSlide" Target="/ppt/notesSlides/notesSlide102.xml" Id="Re6887090369a451c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b360665ca4ac2" /><Relationship Type="http://schemas.openxmlformats.org/officeDocument/2006/relationships/notesSlide" Target="/ppt/notesSlides/notesSlide103.xml" Id="R9fcf33851e144093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92457de9843b1" /><Relationship Type="http://schemas.openxmlformats.org/officeDocument/2006/relationships/notesSlide" Target="/ppt/notesSlides/notesSlide104.xml" Id="Rbae8d43188594ae8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fc8c4dfce4c33" /><Relationship Type="http://schemas.openxmlformats.org/officeDocument/2006/relationships/notesSlide" Target="/ppt/notesSlides/notesSlide105.xml" Id="R2b6323e2edf84976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78d4fdfe34ec2" /><Relationship Type="http://schemas.openxmlformats.org/officeDocument/2006/relationships/notesSlide" Target="/ppt/notesSlides/notesSlide106.xml" Id="R107edc6936e6464a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4ae03198644c0" /><Relationship Type="http://schemas.openxmlformats.org/officeDocument/2006/relationships/notesSlide" Target="/ppt/notesSlides/notesSlide107.xml" Id="R7280711a378d4829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4a465fc204ec3" /><Relationship Type="http://schemas.openxmlformats.org/officeDocument/2006/relationships/notesSlide" Target="/ppt/notesSlides/notesSlide108.xml" Id="R24dca570cfc9426e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855ff4e464994" /><Relationship Type="http://schemas.openxmlformats.org/officeDocument/2006/relationships/notesSlide" Target="/ppt/notesSlides/notesSlide109.xml" Id="R2905b35ded6643f0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bdddbd5fa4ebb" /><Relationship Type="http://schemas.openxmlformats.org/officeDocument/2006/relationships/notesSlide" Target="/ppt/notesSlides/notesSlide110.xml" Id="R0add171ed82d446a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861b3094d4737" /><Relationship Type="http://schemas.openxmlformats.org/officeDocument/2006/relationships/notesSlide" Target="/ppt/notesSlides/notesSlide111.xml" Id="R612d34279b6c40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02F35-E406-4D1E-86F7-C036036E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3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C17F9-76CB-45C6-B3A3-3C6772A1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14300" cy="1600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D0828-516A-4CC0-975D-E9FE1A25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04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AI顧問室｜100枚超の実務教材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8C194-38EA-4D34-8043-729A392D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90650"/>
            <a:ext cx="66675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390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AIを使っているのに、仕事が軽くならない。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92B550-5619-4840-8559-8967D9D9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65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A8B4C7"/>
                </a:solidFill>
                <a:latin typeface="Aptos"/>
                <a:ea typeface="Aptos"/>
                <a:cs typeface="Aptos"/>
              </a:rPr>
              <a:t>ツール選びから、業務に組み込んで成果を測るところまで。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9BB687-803A-4216-9774-80DC88F6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933450"/>
            <a:ext cx="3048000" cy="42672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09F62-FBAF-48BC-B924-E1AA0232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24000"/>
            <a:ext cx="190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777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82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82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5AC8CC-FAA3-4CFA-A817-4413CAF9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10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導入の順番を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10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変える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EF6DD-7938-46B8-9169-1D8AB51A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962650"/>
            <a:ext cx="704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20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6EE7D1"/>
                </a:solidFill>
                <a:latin typeface="Aptos"/>
                <a:ea typeface="Aptos"/>
                <a:cs typeface="Aptos"/>
              </a:rPr>
              <a:t>問題 → 前提 → 実験 → 運用 → 定着</a:t>
            </a:r>
          </a:p>
        </p:txBody>
      </p:sp>
    </p:spTree>
    <p:extLst>
      <p:ext uri="{BB962C8B-B14F-4D97-AF65-F5344CB8AC3E}">
        <p14:creationId xmlns:p14="http://schemas.microsoft.com/office/powerpoint/2010/main" val="13373461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0538C4E2-DF4D-4DE6-B95F-5D8CB6D4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D753F3-BDFD-48FA-A093-62844687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B207EF5-BD57-4134-8674-302F1864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A043C58-1C7C-453A-A4AA-1DEE1718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ツールを増やすだけでは、業務は変わらない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B58B36B6-F172-43E0-A219-E5B9AAAB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AI導入の失敗は、ツールの性能より「仕事の設計」が抜けることで起きます。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0DF1F-6F8F-41BE-9834-C88A6936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41450-286D-47A7-8E8A-4C4B2954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何に使うか決めずに契約する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個人の使い方で止まり、チームに残らない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出力を確認する人と基準がない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結果として、便利さより不安が増える</a:t>
            </a:r>
          </a:p>
        </p:txBody>
      </p:sp>
    </p:spTree>
    <p:extLst>
      <p:ext uri="{BB962C8B-B14F-4D97-AF65-F5344CB8AC3E}">
        <p14:creationId xmlns:p14="http://schemas.microsoft.com/office/powerpoint/2010/main" val="233851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C0BF0247-0FE6-4982-B1B4-44D66DD2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85638-9E5B-490A-96C6-3E72BD8F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89FBF39-303A-49FA-AC19-D23C5830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C7DD4BF-843F-48A8-B42C-32EF78AD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現場で起きる、AI活用の空回り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B3B9054-FF82-49E5-9A55-00F78A91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よくあるのは「試した人はいる。でも会社の仕事は変わっていない」状態です。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99C138-A402-4B6B-9E47-5C419974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7E749-176E-46D5-B1E7-263ABC39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メールは速くなったが、判断は速くならない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資料は増えたが、意思決定は曖昧なまま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プロンプトを共有したが、誰も更新しない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成功事例が個人の才能に見えて再現できない</a:t>
            </a:r>
          </a:p>
        </p:txBody>
      </p:sp>
    </p:spTree>
    <p:extLst>
      <p:ext uri="{BB962C8B-B14F-4D97-AF65-F5344CB8AC3E}">
        <p14:creationId xmlns:p14="http://schemas.microsoft.com/office/powerpoint/2010/main" val="17056459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A261FCDD-1E67-4BE6-AEB8-8BFC5107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A2467-DAA5-4519-944E-27532142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45DB484-A991-435E-9187-90C257D8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C0BD0DD-0CBB-495E-BF8B-A4E526AD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最悪の未来①：生産性が下がる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A4510-707C-43E6-979A-851D7604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048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E0D23-5038-43CF-99C2-CF5B4A56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429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5B172-FB00-44C1-9F90-B021A8FB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起きること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05E2E-B3FE-4E10-BAA3-A9A0B1AC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AIの下書きを直す時間が増える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同じ情報を何度も入力する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やり直しが増え、現場が使わなくなる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0CF77-F9FF-4EC6-A45E-322DF1BD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本当の原因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3AB00-F741-45AE-9FFB-7C1BD278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入力が曖昧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確認工程が設計されていない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成果の測り方がない</a:t>
            </a:r>
          </a:p>
        </p:txBody>
      </p:sp>
    </p:spTree>
    <p:extLst>
      <p:ext uri="{BB962C8B-B14F-4D97-AF65-F5344CB8AC3E}">
        <p14:creationId xmlns:p14="http://schemas.microsoft.com/office/powerpoint/2010/main" val="13633293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75917C84-7F9F-4F81-A5FD-5BBC80DE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7BDCB-2F38-446D-BDAA-D5CD10BA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460CE23-3B53-4F3C-B7A3-42208595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0C83727-0D27-41A2-BCED-CBCA0CE9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最悪の未来②：自力導入が失敗する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E956C-026D-4D64-98BE-804DD3D9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048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26047-1E21-4AAF-829B-046C7580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429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19050">
            <a:solidFill>
              <a:srgbClr val="FF8D6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273E45-F1D0-4AA0-9ED2-0DE226F3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導入直後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309271-3E58-4279-9DB6-D55A0F7A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無料ツールをいくつも試す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一部の人だけが詳しくなる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社内ルールが後回しになる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BC11D-EA12-42F3-9E6C-C407C545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FF8D6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8D6B"/>
                </a:solidFill>
                <a:latin typeface="Aptos"/>
                <a:ea typeface="Aptos"/>
                <a:cs typeface="Aptos"/>
              </a:rPr>
              <a:t>3か月後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94D64-3116-45C2-A986-1F676638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使う人と使わない人に分断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情報漏えいの不安で停止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経営から『結局いくら得した？』と聞かれる</a:t>
            </a:r>
          </a:p>
        </p:txBody>
      </p:sp>
    </p:spTree>
    <p:extLst>
      <p:ext uri="{BB962C8B-B14F-4D97-AF65-F5344CB8AC3E}">
        <p14:creationId xmlns:p14="http://schemas.microsoft.com/office/powerpoint/2010/main" val="5431130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38593243-025C-4210-A8BD-CA4F0D69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6F9E3-5ABF-4B5F-9756-27BD941F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B93A96C-8FA3-431D-AD25-62E21294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2AD2CCF-1DE6-4D64-B008-F677B32F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失敗は、AIが賢くないからではない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D4EC1E22-1A7E-4091-9D44-98D85586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AIを「質問箱」として使うと、単発の回答で終わります。仕事にするには、前後の工程が必要です。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7BB1A-BBAF-4A6E-B194-F599B3BE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1E3B9-458E-43F8-A22F-4922C710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入力：何を渡すか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処理：どの手順で考えさせるか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確認：誰がどの基準で見るか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記録：次回も使える形で残すか</a:t>
            </a:r>
          </a:p>
        </p:txBody>
      </p:sp>
    </p:spTree>
    <p:extLst>
      <p:ext uri="{BB962C8B-B14F-4D97-AF65-F5344CB8AC3E}">
        <p14:creationId xmlns:p14="http://schemas.microsoft.com/office/powerpoint/2010/main" val="11728454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6055409F-AEC0-4419-9E5C-36607AED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635ED-6AA4-45FE-8CB9-441FA763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878420F-FB20-4625-9D88-DCA91A49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EB75E-9B80-4741-A219-427A0584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5D37D-C726-482D-84CB-674A9ED3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9206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最高の未来は、AIが日常の下支えになること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9640F-CDEA-4A69-B508-F9D06E23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B3308-2D95-4DA7-B73C-789EA7E1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問題を正しく見る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30CF37-9267-4A25-A862-A2CBD4E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9205177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8FA81FF5-F68C-4314-B5A3-130CDBA5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BF613-20C1-4DAC-AC93-2C697118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9EB57EF-8102-4FAC-A05C-F755AEB1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7EB525F-9CF2-4E42-A77F-B52201A3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仕事が変わるのは、単発の回答から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EBC03C53-9743-4278-8C35-2B2B8152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AIを一度使うのではなく、仕事の流れの中に置くと、成果が積み上がります。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4F132-2E2E-481A-A314-5E05D879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0500A-F38A-4327-A678-DD90C5D7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会議前に要点が揃う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顧客対応の下書きが一定品質になる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担当者が変わっても手順が残る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人は判断と関係づくりに集中できる</a:t>
            </a:r>
          </a:p>
        </p:txBody>
      </p:sp>
    </p:spTree>
    <p:extLst>
      <p:ext uri="{BB962C8B-B14F-4D97-AF65-F5344CB8AC3E}">
        <p14:creationId xmlns:p14="http://schemas.microsoft.com/office/powerpoint/2010/main" val="15398441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662FDEA1-6DF1-4EE8-A3FB-3ECD821B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69253-AEF8-475F-B648-E3B54C84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56F5541-A894-44C9-BC2C-95A807E3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972D17D-59FB-48E6-AE66-840E6F05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この資料のゴール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2EC84F1-C339-4EB1-A95D-F0A1AE9B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読み終えた時点で、あなたの会社で最初に試す1業務と、明日の実行手順が決まっている状態をつくります。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F5C64-839D-457B-9E69-A04277F6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B29EE-7D92-4491-A6A2-67C5809D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AIに向く業務を見分ける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安全に試す範囲を決める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再利用できる依頼文を作る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30日で効果を測る</a:t>
            </a:r>
          </a:p>
        </p:txBody>
      </p:sp>
    </p:spTree>
    <p:extLst>
      <p:ext uri="{BB962C8B-B14F-4D97-AF65-F5344CB8AC3E}">
        <p14:creationId xmlns:p14="http://schemas.microsoft.com/office/powerpoint/2010/main" val="7152930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369CCAFA-24C4-41CE-80DA-12BC67C4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E6C8CD-4184-4B20-AB59-1E5715A9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F282079-44B1-4F2B-9E69-6D62FFA7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D82887C-0B9A-4AD1-8F4D-B700BF36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100枚の使い方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36E250E8-6858-4534-BF44-B12C64C2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全部を一気に読む必要はありません。まず1業務を選び、該当ページを見ながら実行してください。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F3C359-C25B-4FB8-A99A-C5184D10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6E545B-B7A3-4F47-B2DA-B52420C6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読む：前提と用語を揃える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選ぶ：最初の1業務を決める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試す：テンプレをコピーする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測る：時間・品質・安心を記録する</a:t>
            </a:r>
          </a:p>
        </p:txBody>
      </p:sp>
    </p:spTree>
    <p:extLst>
      <p:ext uri="{BB962C8B-B14F-4D97-AF65-F5344CB8AC3E}">
        <p14:creationId xmlns:p14="http://schemas.microsoft.com/office/powerpoint/2010/main" val="240201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E08B5699-2506-40D1-8D2E-DFFFA8C4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8E1A1-40F0-4D48-A403-FA3313F3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B1EBA04-0455-40D7-BAB8-ED3F866F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5024E-0D65-4002-9A18-B067286D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4F4279-A484-42C3-BC17-0BAAA40B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まず、前提条件を揃える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DCEB6-BA7D-4A24-881F-4FEBDAC4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64EC8F-0699-4EA2-AA21-C1B9BCD6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AIは万能な社員ではない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5D80B1-F0C2-452F-B928-FDA2A6E2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8960379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CD3B54BA-2AC8-4BA8-A8AE-3A06F68D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A894E-A803-4FCE-90FA-7C0F1414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A4FA02E-0BBD-4BB3-8CB1-4CC7A910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C74D9F8-B97F-436C-9A05-108B5FF4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前提：AIは「優秀だが社内事情を知らない新人」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A9E57-4024-4E06-A0F7-906BF6D4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B8A787-4471-46AC-8E6A-C0B75BB2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151ECF-DDE9-4FE1-BB76-325E157A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348807-0401-40AA-9510-9C928B53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D177A-F8F7-4E8A-A524-1F1762DA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754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履歴書は立派。でも、御社の顧客・ルール・例外はまだ知らない新人です。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F5734-0081-4FC6-BBFC-E571E1C3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だから、目的・背景・禁止事項・完成条件を渡すほど仕事が安定します。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AE035-A7BA-47E5-A5CE-22D1F160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9539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実務例：『メールを書いて』ではなく『この顧客に、次の行動が分かる返信を作る』</a:t>
            </a:r>
          </a:p>
        </p:txBody>
      </p:sp>
    </p:spTree>
    <p:extLst>
      <p:ext uri="{BB962C8B-B14F-4D97-AF65-F5344CB8AC3E}">
        <p14:creationId xmlns:p14="http://schemas.microsoft.com/office/powerpoint/2010/main" val="17631236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CE3AC40B-5758-4A52-8F3F-270C028B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3283C0-6E53-400E-A086-A5160FBE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41AE106-1FC5-45B7-BA88-D80EE9A7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48B423E-BC84-44BB-8DAF-F162BDAE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AIを入れる前に守る4つ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C593F724-BA75-4633-8F66-33796A7B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便利さより先に、会社を守る最低限を決めます。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E549E-D5E4-4DF7-B32B-78A65B9D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236E0-48C8-4962-B0C3-1D902CA7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機密情報を入力しない範囲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出力を人が確認する場面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使ってよいツールとアカウント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問題が起きた時の停止・報告先</a:t>
            </a:r>
          </a:p>
        </p:txBody>
      </p:sp>
    </p:spTree>
    <p:extLst>
      <p:ext uri="{BB962C8B-B14F-4D97-AF65-F5344CB8AC3E}">
        <p14:creationId xmlns:p14="http://schemas.microsoft.com/office/powerpoint/2010/main" val="7112522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AD889BEB-FF07-4705-A6FA-CE0773AA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95F04-2F39-4144-BB28-3E8156BF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722CBDB-9A98-4F47-A6F1-ED3D6C13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574B6AA-3973-439D-BD23-E7F36089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生成AI：文章や画像を「つくる」仕組み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38305-DD54-4C86-A214-76696842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1E242-A739-4BB5-9777-6A501188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生成AI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6D50CF-3C32-4E33-93E2-84E46770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C5CDA-1D87-4AC3-9323-A291F183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CBD037-9281-4383-B4FE-964CEC57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754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検索が図書館の本を探すなら、生成AIは材料をもとに下書きを作る編集者です。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1C70C-0B91-4388-9BB6-67D416AD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既存情報の要約だけでなく、文章・表・画像・コードなどの新しい案を生成します。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551377-B464-4876-880D-BB6ADE73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実務例：議事録の要約、営業メールの下書き、企画案のたたき台</a:t>
            </a:r>
          </a:p>
        </p:txBody>
      </p:sp>
    </p:spTree>
    <p:extLst>
      <p:ext uri="{BB962C8B-B14F-4D97-AF65-F5344CB8AC3E}">
        <p14:creationId xmlns:p14="http://schemas.microsoft.com/office/powerpoint/2010/main" val="130382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E49929AD-A124-46CF-8BE7-D4FC9B35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1D656-FD37-467C-8D49-FE24C2EB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8BEE15B-0A16-41C6-897C-3BA67672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895BBF7-72C2-4A5C-BAF9-895598C3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LLM：文章の続きを予測するエンジン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62251-B480-4353-ADCC-41622EEA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7AC82-E95C-4C80-BD70-FA812F6B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09156-9DE5-4049-BBBD-86DC5B8B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884963-90A4-43D0-85E3-D6672BFC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6FF11-96B1-49F9-BB90-6DDADDB0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754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大量の文章を読んだ、とても速い文章予測エンジン。意味を人間のように体験しているわけではありません。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1324C-6FB7-4C42-997B-6030D8C0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Large Language Modelの略。文脈から次に自然な言葉を組み立てます。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80412-1478-42E4-8381-33359116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実務例：だから自然な文章は得意。でも事実確認は別工程で必要です</a:t>
            </a:r>
          </a:p>
        </p:txBody>
      </p:sp>
    </p:spTree>
    <p:extLst>
      <p:ext uri="{BB962C8B-B14F-4D97-AF65-F5344CB8AC3E}">
        <p14:creationId xmlns:p14="http://schemas.microsoft.com/office/powerpoint/2010/main" val="12056347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2AC2C4E3-F88F-4237-A974-1C48B0C2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0EFA1-BAA0-4ACB-BF91-CAEDC5C1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8C353E4-2491-4C76-94A4-10486D67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EE45192-A751-47B3-954B-F66F8D46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プロンプト：AIへの「依頼書」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E4FF3-79FF-4AE8-9ACD-AE29D7D6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19295-9A20-4E5F-B080-74B10C93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プロンプト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790838-7604-4753-BF36-0314BB4F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47B7C-6B5E-436C-B751-7BE94EBD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BA9F1-4A00-4A5D-B6EE-154F33D1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635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新人に渡す依頼書。目的と条件が細かいほど、手戻りが減ります。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2F853-7CEF-410C-8A14-C5B90236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AIに渡す指示文。役割・背景・入力・出力形式・確認方法を含めます。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867B0C-C446-4F77-8B6B-C2C80773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実務例：『300字・初心者向け・箇条書き・不明点は質問』まで指定する</a:t>
            </a:r>
          </a:p>
        </p:txBody>
      </p:sp>
    </p:spTree>
    <p:extLst>
      <p:ext uri="{BB962C8B-B14F-4D97-AF65-F5344CB8AC3E}">
        <p14:creationId xmlns:p14="http://schemas.microsoft.com/office/powerpoint/2010/main" val="5967649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FCA61439-4EC9-46F1-B293-861C6F3E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4884B-E24C-492E-B662-ABB1DF81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14E65BE-4928-4E82-B186-D012727A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7542381-51AF-4100-B472-A2A0096A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コンテキスト：仕事の背景情報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54A80-A856-41F9-BF0C-BD6C26D6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09603-914E-461F-B062-139A5F7F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コンテキスト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6618D4-553C-40CF-A926-D73B6B7B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71565-AC85-4650-B6B9-BF340DE1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92AA12-98B6-4179-8A9A-EF3B4C21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754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会議に途中参加した人へ渡す『ここまでの経緯』。これがないと判断を外します。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F0E1D-E84A-4C5F-9280-5A5578FF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目的、相手、過去の経緯、制約、参考資料など、AIが答えを作るための前提です。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1DF88F-B2F0-41A0-85DE-69E25E86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実務例：顧客の業種・契約状況・前回の約束を要約して渡す</a:t>
            </a:r>
          </a:p>
        </p:txBody>
      </p:sp>
    </p:spTree>
    <p:extLst>
      <p:ext uri="{BB962C8B-B14F-4D97-AF65-F5344CB8AC3E}">
        <p14:creationId xmlns:p14="http://schemas.microsoft.com/office/powerpoint/2010/main" val="19208760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20185B33-7159-4A5B-A2C3-4CA94A67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79D9B-4321-4AA5-BFC8-BC3E8EEC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3CE15CE-257C-47E5-B0E1-FB3FD489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F70B56F-642A-463B-B81F-85C9AB87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ハルシネーション：自信満々の勘違い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751B0-E876-42E6-AFE3-7493D95F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E9EE6-83B3-432D-846C-03AF4D9E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0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ハルシネーション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1E603D-411B-48A1-8A70-824600A4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D39E30-EE7F-43B3-8B0B-2C212445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C651FA-B2BE-465E-B9A4-C882FDF3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635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知らない道を、地図を見ずに『こちらです』と案内する状態です。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27E67-8253-42B9-A9B5-FCFAA5EC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AIが、事実ではない内容をもっともらしく出す現象。ゼロにはできません。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1A6D85-FE65-4808-8252-BC6AADCE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実務例：存在しない制度名・数字・引用を作るため、重要情報は原典で確認する</a:t>
            </a:r>
          </a:p>
        </p:txBody>
      </p:sp>
    </p:spTree>
    <p:extLst>
      <p:ext uri="{BB962C8B-B14F-4D97-AF65-F5344CB8AC3E}">
        <p14:creationId xmlns:p14="http://schemas.microsoft.com/office/powerpoint/2010/main" val="5247522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F4D34093-BC4B-454D-807F-2A36382D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044B0B-A5C8-4041-8BA8-DB593178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A3DFED1-4491-4BEA-AE5D-585C018C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F70306-0BB7-4D17-93A8-4C923C99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RAG：社内資料を探してから答える仕組み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65621-B58E-4182-9260-974ED476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290F8-D39A-433C-972F-883B66E6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E12B7-ADF7-4A6C-BB79-2A7B55B3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6E2D0-5E00-4C38-8B0E-8D0AFA6A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B4E45-F5BB-41BE-8542-6CE535D0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754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回答前に社内のファイル棚を検索する司書。記憶だけで答えさせない方法です。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92B73D-ACD4-4430-91A2-3D016E69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検索で取り出した資料をAIに渡し、その範囲を根拠に回答させます。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A7DAFD-F01E-4857-9823-32C403C2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実務例：就業規則・商品仕様・FAQから回答候補を作る</a:t>
            </a:r>
          </a:p>
        </p:txBody>
      </p:sp>
    </p:spTree>
    <p:extLst>
      <p:ext uri="{BB962C8B-B14F-4D97-AF65-F5344CB8AC3E}">
        <p14:creationId xmlns:p14="http://schemas.microsoft.com/office/powerpoint/2010/main" val="18817869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98786B84-F8FB-4CE2-89BF-F9658562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0989D-6C50-4023-9A06-37660003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5A6703B-FC61-4E95-BCFE-711DDC1D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17EDD54-A8D7-40E8-B810-EE262534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エージェント：手順書を見ながら進める担当者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07F1A-D250-469F-BB2D-A3875E10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DD75E-FF2B-4B9E-8099-686504B3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0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AIエージェント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F8FE3-81ED-47B9-8466-4508ECA1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6CBFC-FB66-4AAD-9C28-36B58AB3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0C490-EC02-4782-B185-15DBE0F3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754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質問に答える人ではなく、手順に沿って複数の作業を進める担当者です。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3A3416-D552-494D-88B8-4914488F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目的に向けて、情報取得・判断・ツール操作を順番に実行するAIの仕組み。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81B784-750A-41DC-B77E-E8C9BFD5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実務例：問い合わせを分類→FAQ検索→返信案作成→人に承認依頼</a:t>
            </a:r>
          </a:p>
        </p:txBody>
      </p:sp>
    </p:spTree>
    <p:extLst>
      <p:ext uri="{BB962C8B-B14F-4D97-AF65-F5344CB8AC3E}">
        <p14:creationId xmlns:p14="http://schemas.microsoft.com/office/powerpoint/2010/main" val="202394398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26B71CCB-53C5-4C7F-8C40-179D92A2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45FD0-307F-4DE0-8DA9-E4F22E64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ECE2D9D-9D74-4B61-B89B-BE7E1BB5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590F255-BD16-4D52-A967-6B7A7CCA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承認者・ガードレール・API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6C30E-686D-4113-BAC5-A7B7E86F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3D5CB5-7D52-4F06-BCFC-68309567A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3つの安全装置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6B006B-3620-4E9E-AD75-F9647752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BB7E8-D23E-4FA8-ADFB-753428A5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80D6C7-A37B-46BE-9DBA-2A66C2CE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自動運転の運転席・防護柵・道路との接続口です。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A5727-E8B4-4053-A834-5B9ECC4C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Human-in-the-loop＝人の承認。ガードレール＝禁止・上限の柵。API＝他サービスへ依頼する窓口。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1B30D1-A0E4-428A-985B-BA526600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実務例：送信は人が承認、金額変更は禁止、CRMへ記録だけ自動化</a:t>
            </a:r>
          </a:p>
        </p:txBody>
      </p:sp>
    </p:spTree>
    <p:extLst>
      <p:ext uri="{BB962C8B-B14F-4D97-AF65-F5344CB8AC3E}">
        <p14:creationId xmlns:p14="http://schemas.microsoft.com/office/powerpoint/2010/main" val="21153357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B3247BAA-F263-4B2E-BCE9-842ED829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0D2AB-F96F-4569-A9E9-2EDA8039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7A4EEDF-C93B-4FC4-8F5A-689F674B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C8F52-5188-485E-985D-54A431E3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5E594-EFFB-41E4-B239-50E466BC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AIに任せる仕事を選ぶ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32BC5-33D5-49A3-8C49-9D79EB55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77D20-E28B-40A4-A0C3-AAB98102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大きな改革より、繰り返しの1工程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2501D-489F-4E9F-9599-64246B14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79150558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3E32C063-6468-47E5-8A5E-EC2C6953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E8319-579C-4D82-A27A-68203A34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1724F4D-E4AF-41A3-8A7C-AA2D7D67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75A2F0D-69F3-4E1F-B7DD-D9C84359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AIに向く仕事の条件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7CF8C971-DB9B-4E78-BF42-A1AED3CA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最初は、失敗しても戻せて、繰り返しが多い仕事を選びます。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90173-4187-4C30-84D7-7F81C36D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2209C-15A2-45C7-A1B3-77471537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入力と出力が文章・表で表せる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手順がある程度決まっている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人が確認できる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毎週・毎月くり返している</a:t>
            </a:r>
          </a:p>
        </p:txBody>
      </p:sp>
    </p:spTree>
    <p:extLst>
      <p:ext uri="{BB962C8B-B14F-4D97-AF65-F5344CB8AC3E}">
        <p14:creationId xmlns:p14="http://schemas.microsoft.com/office/powerpoint/2010/main" val="26209800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1969C2E5-A2C0-4C89-B370-8E890AA9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AEC6B-E116-4A12-9F78-5AF70EA9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14E9C0F-FE73-42DC-ABC3-848C37AA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5D7C0B5-E2C6-4806-9D3D-4F350A5C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AIに向かない仕事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A098C0CF-2402-4D63-A45B-8F4451C5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人の責任や関係性を丸ごと置き換える仕事は、最初から自動化しません。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175B2-78D9-4D48-A39E-F5AEE14F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930F8-9F50-48DA-9E17-3467AC01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最終的な採用・解雇の決定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医療・法務など専門判断の代替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一度の失敗が大きな損害になる送金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顧客の感情を読むだけで完結する対応</a:t>
            </a:r>
          </a:p>
        </p:txBody>
      </p:sp>
    </p:spTree>
    <p:extLst>
      <p:ext uri="{BB962C8B-B14F-4D97-AF65-F5344CB8AC3E}">
        <p14:creationId xmlns:p14="http://schemas.microsoft.com/office/powerpoint/2010/main" val="194609834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8727424A-2319-4513-802A-57F8B609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73C72-9813-43FA-96E0-338A4730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1A6F436-5FA3-4197-B7B9-8008238D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E746ECE-B2EE-4778-82C5-3C8AD28A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4つの使い方に分ける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DD397-C609-4846-85E1-DB492CA9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048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A56F2B-3AD9-4BD3-B4B6-33A92B87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429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71EC14-9ADB-4702-8B8C-79E835A8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AIにさせること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D5AEA-20BE-4015-94D8-B2A36423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整理：分類・要約・抽出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生成：下書き・案出し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変換：言い換え・翻訳・表化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判定補助：抜け漏れ・比較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31EF0-70C9-49A7-AA71-59C1558D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人が担うこと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458D9C-C04C-40CF-BDD0-32C06E2E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目的を決める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重要な判断をする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相手との関係をつくる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結果に責任を持つ</a:t>
            </a:r>
          </a:p>
        </p:txBody>
      </p:sp>
    </p:spTree>
    <p:extLst>
      <p:ext uri="{BB962C8B-B14F-4D97-AF65-F5344CB8AC3E}">
        <p14:creationId xmlns:p14="http://schemas.microsoft.com/office/powerpoint/2010/main" val="183101724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A5D8CAA4-1701-4F24-83A5-4E990034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DBE4D-B451-421D-BE55-9B57CB74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E142085-E8BB-4B8C-9E0E-9D1DF88D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4642F6F-B790-451D-8BAB-6A2DEFD4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業務を「1つの作業」に分解する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9FD3ED03-0D06-4E62-973F-CDB55FBF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『営業をAI化する』は大きすぎます。『商談後に議事録から次アクションを抽出する』まで小さくします。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6C2EE-1316-4459-A501-261E8BA2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E0C9E-2129-4F34-8FC1-0D2F2433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業務：顧客対応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工程：受信→内容整理→返信案→送信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最初の候補：内容整理と返信案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送信と判断は人が持つ</a:t>
            </a:r>
          </a:p>
        </p:txBody>
      </p:sp>
    </p:spTree>
    <p:extLst>
      <p:ext uri="{BB962C8B-B14F-4D97-AF65-F5344CB8AC3E}">
        <p14:creationId xmlns:p14="http://schemas.microsoft.com/office/powerpoint/2010/main" val="2590756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rome">
            <a:extLst xmlns:a="http://schemas.openxmlformats.org/drawingml/2006/main">
              <a:ext uri="{FF2B5EF4-FFF2-40B4-BE49-F238E27FC236}">
                <a16:creationId xmlns:a16="http://schemas.microsoft.com/office/drawing/2014/main" id="{0DDF3075-8656-4111-B9F3-BA4F1E55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C46DF-75F8-4A03-9066-C250CBD2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AB3E796-233D-4D25-AA43-11336B52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3CE1AF-0FAF-4960-A644-8D236BB9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仕事の棚卸しシート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E002D-7064-4882-855E-C33C2887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2D203-CF2C-48F9-917A-4C7F2566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6EE7D1"/>
                </a:solidFill>
                <a:latin typeface="Aptos"/>
                <a:ea typeface="Aptos"/>
                <a:cs typeface="Aptos"/>
              </a:rPr>
              <a:t>今週よく繰り返した作業を、まず5つ書き出します。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5BEEA-6940-40A8-9D4E-E2314DE7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作業名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20322-AC6B-4061-8EDF-D2668084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718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A1482-E756-42A5-88DA-352A667E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頻度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DF142-363E-400A-BF83-BF961923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719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E712-ADAD-4FFB-83AA-229C0E0F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所要時間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E44A3-7DDD-4B49-BB9A-A082425E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719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6E7ED2-665C-4905-B5BE-2A42A2BA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入力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AA609-7654-4C49-9EA6-04A1D605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720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64D2C-2BBC-47A3-B35C-A8F82639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29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出力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C45FA7-6871-4B0C-8516-5AE9E48C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20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446401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chrome">
            <a:extLst xmlns:a="http://schemas.openxmlformats.org/drawingml/2006/main">
              <a:ext uri="{FF2B5EF4-FFF2-40B4-BE49-F238E27FC236}">
                <a16:creationId xmlns:a16="http://schemas.microsoft.com/office/drawing/2014/main" id="{8CB07CB0-F2B2-44FB-B679-C7FBBABB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A2F03-7E1A-4943-8F4B-7967CF27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88D206F-A771-44EB-B8BE-8B8CEBFD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59E375-5C1B-4E72-9769-95997678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1日の仕事を、流れで見る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4041F-0298-4945-B5B2-E5DB69D4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4ECA5-CA07-4727-9C18-7547B139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609725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10374C-2D90-4524-BDE9-1BF83F1B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21988-DE8F-4BCA-BC82-D51A8254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1343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受け取る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07A8E-5750-4994-BD9D-1A2CB37C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7B9AB-4FA4-4F15-93C6-115667F2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048000"/>
            <a:ext cx="1609725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94AF79-1CF7-4AB2-8B05-2380701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219450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4225E4-CD16-4D20-BB92-A0D692C4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619500"/>
            <a:ext cx="1343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整理する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D726D-61CB-41B6-9211-11846970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05A030-64CF-440C-B3F0-20B86201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1609725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CC87E6-864C-4C8F-BD9D-764141A3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547EF3-97F6-4296-B298-FA58997D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19500"/>
            <a:ext cx="1343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考える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36A912-7C7A-4FF4-9A45-A5937C3F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0A026-FF1A-424B-A366-A6BAC105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048000"/>
            <a:ext cx="1609725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F07A88-2F79-45AE-8A87-AD672D66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219450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D1923E-206B-42D2-B46C-7AE6E0ED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19500"/>
            <a:ext cx="1343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作る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093FC9-DBA9-46B9-9DC8-B4CBE657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93C5C5-80FB-4765-BD22-B2B54DCE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1609725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E8BE80-19E0-417F-9283-A2657CBC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AC92D-CA26-4DBF-9CE2-A849E398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19500"/>
            <a:ext cx="1343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確認する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C4FE77-1480-46BB-94CB-35E2C53C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48000"/>
            <a:ext cx="1609725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06D802-2500-43C6-86F1-B66DDCC9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219450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709FBF-F744-47DE-A281-7806A797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619500"/>
            <a:ext cx="1343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渡す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8F4022-1557-4EA8-B425-E1E78E11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20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AIは、流れ全体ではなく「一つの工程」を担当させる</a:t>
            </a:r>
          </a:p>
        </p:txBody>
      </p:sp>
    </p:spTree>
    <p:extLst>
      <p:ext uri="{BB962C8B-B14F-4D97-AF65-F5344CB8AC3E}">
        <p14:creationId xmlns:p14="http://schemas.microsoft.com/office/powerpoint/2010/main" val="175582720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95525B00-891A-4020-8E46-7800F60E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31ED8-43DF-4555-8886-9114D758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1FBA294-CB76-4D77-A7E1-DB898F83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7922B03-A579-4D8D-8432-66D35E7D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最初のユースケースの条件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AB07BE8-E293-4A94-8B5E-7BE64356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ユースケースは『AIを使う場面』ではなく『解く業務課題』です。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91665-8027-4FF5-B297-B5EE02DF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6C72F-90A7-4373-91A2-BA65764F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困りごとが言葉で説明できる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成果が時間か品質で測れる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試行データを安全に用意できる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利用者が週1回以上いる</a:t>
            </a:r>
          </a:p>
        </p:txBody>
      </p:sp>
    </p:spTree>
    <p:extLst>
      <p:ext uri="{BB962C8B-B14F-4D97-AF65-F5344CB8AC3E}">
        <p14:creationId xmlns:p14="http://schemas.microsoft.com/office/powerpoint/2010/main" val="36350136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A13859FC-2B58-4D79-A3B1-B7F86741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2271A-8CBE-4222-8DE9-2A4E204C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6F93AA6-30A6-4F8E-B242-824E7859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54A4E48-B40F-4785-AA23-5120DF6F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優先順位は、効果×安全×実行しやすさ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18BF8BE1-806C-40C7-90C3-D069BEE3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派手さではなく、成功しやすさで並べます。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230630-4156-45E7-96B7-60A93A4F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DAFCB-48E3-41BD-8642-F5D7D4FF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効果：時間・品質・売上への影響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安全：誤り・漏えい時の影響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実行：データ・担当者・ツールの準備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最初は合計点の高い小さな仕事</a:t>
            </a:r>
          </a:p>
        </p:txBody>
      </p:sp>
    </p:spTree>
    <p:extLst>
      <p:ext uri="{BB962C8B-B14F-4D97-AF65-F5344CB8AC3E}">
        <p14:creationId xmlns:p14="http://schemas.microsoft.com/office/powerpoint/2010/main" val="168673694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rome">
            <a:extLst xmlns:a="http://schemas.openxmlformats.org/drawingml/2006/main">
              <a:ext uri="{FF2B5EF4-FFF2-40B4-BE49-F238E27FC236}">
                <a16:creationId xmlns:a16="http://schemas.microsoft.com/office/drawing/2014/main" id="{CDA2487F-C296-4CD0-B4A5-01DC7749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0718E-411B-4E38-9E18-EFBF8B77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6548370-A6F4-4543-9244-1E8DF74B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5F62DDA-2E14-4768-9158-922F9D15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候補を5点満点で採点する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120DE-BD89-45DE-A637-EAC09870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5B96EC-D5A5-4C6A-BC7C-F26E32DF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6EE7D1"/>
                </a:solidFill>
                <a:latin typeface="Aptos"/>
                <a:ea typeface="Aptos"/>
                <a:cs typeface="Aptos"/>
              </a:rPr>
              <a:t>候補を3つ書き、各項目を1〜5点で評価します。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F3114-CD6E-4D68-9FB5-82BA554A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候補業務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A3D4E-8DDE-4639-830C-CB42A40C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718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73214-7BE0-439A-9B18-8C2E682A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効果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C055A-B664-40EC-B5A9-CAD7A696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719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75A9A-A539-4E74-AEBF-349AF1D7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安全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62F49-C336-4A9B-967B-1DDA959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719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B128DB-7415-4C13-AF7B-CB08D157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実行しやすさ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E01BC-14B1-44F7-92D1-ADAB0968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720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50456-B5A0-43F1-AC01-4B67192A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29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合計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18CDD2-EA62-4209-B702-FBDD2D6B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20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4304360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51BB3EE9-20DE-4F42-B9F2-45832015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9A398-7D10-463D-857B-F1A9BFE9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9A22E25-FB8B-49D0-A982-4D94F20D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9A77920-17FF-46A0-890F-2F91972C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例：会議議事録は最初の候補になりやすい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E273C992-ED92-4D5C-92C8-78FFA38B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毎週繰り返し、人が確認でき、失敗しても元に戻せるからです。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0B986-77FC-4BC8-9AA9-89F100EC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1E921-55D5-432F-B2B9-61FA851A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入力：録音の文字起こし・メモ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出力：決定事項・宿題・期限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確認：参加者が3分でレビュー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指標：作成時間と抜け漏れ</a:t>
            </a:r>
          </a:p>
        </p:txBody>
      </p:sp>
    </p:spTree>
    <p:extLst>
      <p:ext uri="{BB962C8B-B14F-4D97-AF65-F5344CB8AC3E}">
        <p14:creationId xmlns:p14="http://schemas.microsoft.com/office/powerpoint/2010/main" val="117089732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CB8307FB-E8EC-49D1-97D8-4C67EE8D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C8205-EC6C-47CA-BC3F-65DEFBF2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6CBDE6B-8A92-413D-8A71-10BE2C99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0169B1A-12A0-4EB4-85D1-0B500D89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選定の決め手は「明日の現場で使えるか」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8B7F5776-5F8B-445C-BE8C-935CF711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大きな構想より、明日使うファイルと担当者が見えている業務を選びます。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60370-62A8-4B8F-B5D9-F7B982A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0AC17-80B0-47E5-A32E-E3540F7B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誰が使うか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どのファイルを使うか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どこまでAIに任せるか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最後に誰が確認するか</a:t>
            </a:r>
          </a:p>
        </p:txBody>
      </p:sp>
    </p:spTree>
    <p:extLst>
      <p:ext uri="{BB962C8B-B14F-4D97-AF65-F5344CB8AC3E}">
        <p14:creationId xmlns:p14="http://schemas.microsoft.com/office/powerpoint/2010/main" val="135503944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22E0170F-5B93-4A90-B6CD-E8866849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F6947-BAE0-4BFE-9BF6-16FE2FC6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6D24D83-1723-4729-BA58-87A30B0F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05F70-4626-496C-AA63-18D3A5D3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685FC-5BBC-4F2A-98CB-8A508951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失敗パターンを先に潰す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D7E2C-9E04-4D4C-BEB3-FDE37C49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5982E-D430-4525-9713-195BB765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AI導入のブレーキを設計する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65A9EB-7061-4C97-BB28-2BEC47EC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28838426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BB0BEF2B-AB5B-4943-BAB6-2C8C31A4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77D077-1F46-4813-94DE-ADB960EB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598BA3C-692B-4F3F-857F-447F9E49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CFECBA6-0B04-4AE5-9925-6ED31215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入力が曖昧なら、出力も曖昧になる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08E5CB07-E517-49A4-AEF2-E29B87F7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AIは、曖昧な依頼を勝手に正確な依頼へ変換してくれません。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B3B6C-9AA6-4E08-8BD6-3D7B34B4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0099E5-BFEA-47FD-9F9F-A18700CE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誰向けか不明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何を達成したいか不明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使ってよい情報が不明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完成の条件が不明</a:t>
            </a:r>
          </a:p>
        </p:txBody>
      </p:sp>
    </p:spTree>
    <p:extLst>
      <p:ext uri="{BB962C8B-B14F-4D97-AF65-F5344CB8AC3E}">
        <p14:creationId xmlns:p14="http://schemas.microsoft.com/office/powerpoint/2010/main" val="100879129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E55EBBDC-2817-4A94-B220-6F61D14F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C7ECC-8C07-4A55-B8CD-9C514273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BF92FA7-54BA-41CA-9208-CDD74EA0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CFD82D-45EA-4681-B1B7-79CAE99D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機密情報は「入力しない」から始める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2E38D938-9A57-43A3-A05A-3711B1CA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安全対策は、難しい仕組みより、まず持ち込む情報を減らすことです。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278C5-6148-4E98-A5F8-3675A1E3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6AB38F-E940-467A-AB31-FD20C3D5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個人名→顧客Aに置換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契約書→必要な条文だけ抜粋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社外秘の金額→レンジ化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保存・学習・共有設定を確認</a:t>
            </a:r>
          </a:p>
        </p:txBody>
      </p:sp>
    </p:spTree>
    <p:extLst>
      <p:ext uri="{BB962C8B-B14F-4D97-AF65-F5344CB8AC3E}">
        <p14:creationId xmlns:p14="http://schemas.microsoft.com/office/powerpoint/2010/main" val="203835818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92507C52-6030-4188-9EF4-E2946875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4BC409-0852-46F8-A2B9-B49F816E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03C41E6-9057-4DB7-B6DA-5DD9E1A2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FBFFDF-D8F3-4173-BCB5-10E0FA52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出力を確認しないと、速さが事故になる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D4252BBC-31BE-4D0F-A882-E7BF86FB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下書きの速さと、公開できる品質は別物です。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D89C9-0E25-4E8C-949F-5086AFA4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86C9F-0EF2-40C5-9784-D60938A6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事実：原典と照合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数字：計算し直す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表現：相手・温度感を確認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権利：引用・画像の利用条件を確認</a:t>
            </a:r>
          </a:p>
        </p:txBody>
      </p:sp>
    </p:spTree>
    <p:extLst>
      <p:ext uri="{BB962C8B-B14F-4D97-AF65-F5344CB8AC3E}">
        <p14:creationId xmlns:p14="http://schemas.microsoft.com/office/powerpoint/2010/main" val="210470411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1FC9806D-02EE-4D29-B89E-90F826AF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27ACD-8739-49B1-A2F0-1AF7AE43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FC19624-8A8A-4480-B34E-C9558C36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5A1F807-37FB-4EA0-AC27-DE3D612D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責任者がいない導入は止まる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F5950-4770-4FEE-9EBE-252F46A3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048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97B05-5593-443F-BDAC-16D30061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429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8FDD65-AEDA-4B28-A3BD-00C65265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ありがちな状態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071E6-B50C-4774-BD3A-9B92F13A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全員が使うはず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問題が起きたら誰かが対応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プロンプトは個人のPCにある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8CF1A-654F-4AB1-84E9-813430B7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決めること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2E1F3-F1F7-4804-92BC-1A08E3E8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業務オーナーを1人置く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停止・報告の窓口を決める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テンプレと履歴を共有する</a:t>
            </a:r>
          </a:p>
        </p:txBody>
      </p:sp>
    </p:spTree>
    <p:extLst>
      <p:ext uri="{BB962C8B-B14F-4D97-AF65-F5344CB8AC3E}">
        <p14:creationId xmlns:p14="http://schemas.microsoft.com/office/powerpoint/2010/main" val="57308065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3A256921-F598-46A6-8B9C-45F529BA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0550A-AA8D-4B9E-9D1B-9BDA4D81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147AE75-CD62-4276-9723-C03DE566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6A6C76-9177-4DF2-9E66-EEA6DB25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一度きりの実験で終わらせない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32A32B54-71B7-4AA3-9D8B-E991CD17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成果が出たら、手順・テンプレ・確認基準を残して、次の人が再現できるようにします。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10F5EC-C2C7-4845-A53E-B8724044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FD761-2E09-4938-AD83-4FAEE995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入力例を3つ保存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良い出力と悪い出力を保存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更新日と担当者を記録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月1回、現場の声を反映</a:t>
            </a:r>
          </a:p>
        </p:txBody>
      </p:sp>
    </p:spTree>
    <p:extLst>
      <p:ext uri="{BB962C8B-B14F-4D97-AF65-F5344CB8AC3E}">
        <p14:creationId xmlns:p14="http://schemas.microsoft.com/office/powerpoint/2010/main" val="192231305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72DA5813-F8B1-4EBD-9969-35B93641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611F49-94A1-41A4-A192-27BC50A1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F0F7EBA-D94F-441E-99C6-3C6381A6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3787D9A-C978-4B80-8C49-007E4160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ツールを増やす前に、仕事を標準化する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B30D932F-BC3E-4714-9E98-42E96D5D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同じ仕事を人が同じ手順でできないなら、AIに任せてもばらつきます。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78805-CAEA-44B5-A764-03F1AF5E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6E1053-2345-4DDC-BD0A-5BE5F445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現行手順を1枚にする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例外と判断を分ける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AIに渡す情報を決める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その後にツールを選ぶ</a:t>
            </a:r>
          </a:p>
        </p:txBody>
      </p:sp>
    </p:spTree>
    <p:extLst>
      <p:ext uri="{BB962C8B-B14F-4D97-AF65-F5344CB8AC3E}">
        <p14:creationId xmlns:p14="http://schemas.microsoft.com/office/powerpoint/2010/main" val="131135519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C0697F92-2380-4049-97E1-34AEA711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3CF2B-F6FB-4AA0-99D3-E5BA8F7A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EC4D560-8E12-4953-B5A3-81B048CB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AD729F3-D0DC-437C-918B-126E6D7C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プロンプトの達人に依存しない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EBCFA9C3-DE99-4183-A148-3EBB3297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特別な呪文ではなく、誰でも使える依頼書として保存します。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63BB7-B3C4-4127-8370-2BA4053D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0A99E-01B2-4DAE-BE41-0E33B0B2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役割と目的を固定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入力欄を空欄で残す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出力例を1つ添える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改善履歴を残す</a:t>
            </a:r>
          </a:p>
        </p:txBody>
      </p:sp>
    </p:spTree>
    <p:extLst>
      <p:ext uri="{BB962C8B-B14F-4D97-AF65-F5344CB8AC3E}">
        <p14:creationId xmlns:p14="http://schemas.microsoft.com/office/powerpoint/2010/main" val="27417455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1B469C0E-7B7E-4FA7-9D34-98820354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D4691-E57C-46F2-BBB2-1FBD5234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8CFB158-D736-476E-AFFE-638CF195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29B75E-595F-4ADA-9AA4-C732FC83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自動化は、標準化のあと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D200397A-3D26-4ED4-B43A-C42FF9DF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人が一度正しく回せる工程を、次に自動化します。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7CA32-2925-4979-BC16-BBFAFAA3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64599-2938-43FD-A5B7-5A7C4982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Step 1：手動で試す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Step 2：テンプレで揃える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Step 3：人の確認を残して半自動化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Step 4：安定後に範囲を広げる</a:t>
            </a:r>
          </a:p>
        </p:txBody>
      </p:sp>
    </p:spTree>
    <p:extLst>
      <p:ext uri="{BB962C8B-B14F-4D97-AF65-F5344CB8AC3E}">
        <p14:creationId xmlns:p14="http://schemas.microsoft.com/office/powerpoint/2010/main" val="61635224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92B84973-FF10-40C9-A2E4-B8B2BE67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B39BA6-14C1-4E72-AF40-2A05ECB9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54C2886-9DFE-4D28-BCA2-64D7F16A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087B9F7-79BA-454C-A0C0-213A07CD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リスクは「確率×影響」で見る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B511DAD6-0508-4CED-878D-13E64937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怖さだけで止めず、どの事故をどの対策で下げるかを決めます。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8C46C-CC12-4F4B-A2E1-3081D00D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3BAEE-3F18-416F-AA57-B2CEB329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低確率×低影響：記録して運用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高確率×低影響：手順で防ぐ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低確率×高影響：承認を必須に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高確率×高影響：最初はAIに任せない</a:t>
            </a:r>
          </a:p>
        </p:txBody>
      </p:sp>
    </p:spTree>
    <p:extLst>
      <p:ext uri="{BB962C8B-B14F-4D97-AF65-F5344CB8AC3E}">
        <p14:creationId xmlns:p14="http://schemas.microsoft.com/office/powerpoint/2010/main" val="87577369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588733AC-D737-40E0-AD5D-411279D2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83523C-129F-4F1A-A6E5-9F5A4D52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044A57B-3E4D-4F44-9E3A-61487F5F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A5413ED-EE65-4272-A930-DC9E7770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止める基準を先に決める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98E05B9C-1A8B-4EB4-95FB-DA0009F0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導入を続ける基準だけでなく、停止する基準も同じ紙に書きます。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5DE86-7B76-4B7D-A32E-585FFA67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FE545-462E-4595-B895-E589DFDC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誤りが一定回数を超えた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確認時間が短縮されない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利用者が不安を訴えた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個人情報の扱いが不明になった</a:t>
            </a:r>
          </a:p>
        </p:txBody>
      </p:sp>
    </p:spTree>
    <p:extLst>
      <p:ext uri="{BB962C8B-B14F-4D97-AF65-F5344CB8AC3E}">
        <p14:creationId xmlns:p14="http://schemas.microsoft.com/office/powerpoint/2010/main" val="152096296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6C0F4666-D9DC-4233-9009-EC69A3F1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AEF41-16DA-49D8-A70D-F04BEAB2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122FA83-D4CC-49E3-9571-F6994DC7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B589E-F0BC-4265-8F6F-54F463EC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A13A2-07B4-4F76-A4CB-ECD6D4CF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成功する会社は、AIを運用する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C517C-0DE7-48D9-B9DC-F97AF9B0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3489D-1BE0-4BFD-8A13-A86AE35D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個人技から、チームの仕組みへ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D38D6-0C48-40C0-BF7F-9EB460E2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200856222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5ED49345-2049-48CC-8D22-2164EA89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14493E-5BB0-4A70-A844-69AF335E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C55070C-E8CB-431F-B44D-C3CDF96B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7858D2C-6EE8-479E-88BA-47CEA8D5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AI導入の正体は、仕事の設計変更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74C8F319-A9C3-4635-BDC4-0EEF3D47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AIを入れるだけではなく、人・手順・情報・確認の役割を組み替えます。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9C74B8-F911-4F55-BD02-55F1ED6C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3D76B-4D4D-4D0A-8E11-6ED45551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人：誰が判断するか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手順：何をどの順番で行うか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情報：何を根拠にするか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確認：何をもって合格とするか</a:t>
            </a:r>
          </a:p>
        </p:txBody>
      </p:sp>
    </p:spTree>
    <p:extLst>
      <p:ext uri="{BB962C8B-B14F-4D97-AF65-F5344CB8AC3E}">
        <p14:creationId xmlns:p14="http://schemas.microsoft.com/office/powerpoint/2010/main" val="3580067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rome">
            <a:extLst xmlns:a="http://schemas.openxmlformats.org/drawingml/2006/main">
              <a:ext uri="{FF2B5EF4-FFF2-40B4-BE49-F238E27FC236}">
                <a16:creationId xmlns:a16="http://schemas.microsoft.com/office/drawing/2014/main" id="{1BCB9B84-D0B4-4248-B85D-366CF2DB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300FD9-7556-439D-A748-7C6603B7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979D753-1DBA-4EE1-8F7D-431DFECA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86498A-3770-44B9-B1D1-4463C79E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3つの層で考える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3E9FD-6418-4F46-B0D2-CFDBAAA7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818EE-5BE3-4509-8D3C-A059B29A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342900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26BE0-4B3E-46F2-86B5-48CE89D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E13A1-B831-4114-A094-EE83DB9B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個人の補助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CD72F-D419-4FDE-92A5-5D7DEC6A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5B4E78-9C7F-472A-95EA-DDE81CD3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A9811-CAF0-4E63-AAF4-7AFE83AC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EA9516-7117-4D65-AA5E-9AD8B842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195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チームの標準作業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AD25A-3275-4AA8-AD70-F8FA0969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342900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10107F-619C-4DB1-8F9B-BE33A730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19965-47AC-4A32-AA61-C9F5D440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195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会社の業務システム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AF8C03-DD41-482C-87A1-5447F3F3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20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いきなり最上段へ行かず、下から積み上げる</a:t>
            </a:r>
          </a:p>
        </p:txBody>
      </p:sp>
    </p:spTree>
    <p:extLst>
      <p:ext uri="{BB962C8B-B14F-4D97-AF65-F5344CB8AC3E}">
        <p14:creationId xmlns:p14="http://schemas.microsoft.com/office/powerpoint/2010/main" val="95784924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E270270B-8F3B-4CBD-987E-CE3E4EB7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594A7B-BEAB-4171-932E-82D07987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FEC1540-3A68-4957-A1CD-EE486B24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91C3D6C-5615-4734-8462-FCCF664A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AI標準作業書は、1枚でよい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0300941A-62D4-4980-9675-7E2A85E1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長いマニュアルより、毎回同じ順番で使える1枚が現場に残ります。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B22A7-B9B5-4B39-81BE-7DC22AEC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AAB136-AC05-4353-B157-68AE4B1D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目的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入力してよい情報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使うプロンプト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確認項目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困った時の連絡先</a:t>
            </a:r>
          </a:p>
        </p:txBody>
      </p:sp>
    </p:spTree>
    <p:extLst>
      <p:ext uri="{BB962C8B-B14F-4D97-AF65-F5344CB8AC3E}">
        <p14:creationId xmlns:p14="http://schemas.microsoft.com/office/powerpoint/2010/main" val="71820829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CB25658A-69CD-4689-BC99-08BE4645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A927E-2B5F-47B9-8009-025BC72E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3E30BE5-8B79-478B-9818-602B8911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FF6A048-EF80-4B8A-AD74-728017F9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AIと人の分担を明文化する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53077-001C-40B4-951B-CEE0ED80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048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03E4E4-E546-4F05-9B38-8E340333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429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9D4B79-F9B8-4D8A-A8C0-BA81C3E4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AIに任せる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BE969-A243-4D87-9616-B0B6BB29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分類・要約・変換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候補案の作成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抜け漏れの指摘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定型の記録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86B5D-3617-4782-8748-FF4BAA23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人が持つ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45394-C1B7-4D4C-96D8-18BAE145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優先順位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例外判断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最終承認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顧客への責任</a:t>
            </a:r>
          </a:p>
        </p:txBody>
      </p:sp>
    </p:spTree>
    <p:extLst>
      <p:ext uri="{BB962C8B-B14F-4D97-AF65-F5344CB8AC3E}">
        <p14:creationId xmlns:p14="http://schemas.microsoft.com/office/powerpoint/2010/main" val="145383489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45B8BDDA-5DCB-4FB3-9A8F-5994D014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6E4CB-A759-432F-A401-0C52BFD4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32705A8-2E85-47E9-98E8-05DEDF67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E0C4E9C-2607-4004-904E-33301FC7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知識は「置き場所」を決めてから使う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6C84F7C1-8C77-4774-8D36-CBB1DCC0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AIが参照する資料は、どれが最新版か分かる状態にします。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60498-8860-4600-8006-C0C87D0C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A77FF-896E-4245-91D2-A6313116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正本：最新版のファイル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保管場所：全員が見つけられる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更新者：変更に責任を持つ人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廃止：古い資料を使わせない</a:t>
            </a:r>
          </a:p>
        </p:txBody>
      </p:sp>
    </p:spTree>
    <p:extLst>
      <p:ext uri="{BB962C8B-B14F-4D97-AF65-F5344CB8AC3E}">
        <p14:creationId xmlns:p14="http://schemas.microsoft.com/office/powerpoint/2010/main" val="120018008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46607E6D-DDEB-4649-B64E-A7AFDD07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C123C-B4EE-49F3-92F7-21FDF64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515AB8A-37CD-4149-88FA-8C463557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128C29D-23C2-423D-AB76-2B15CF05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再利用できるプロンプトを資産にする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8EAEEE34-354E-4B46-8C7E-7B29AB3D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よいプロンプトは、個人のノウハウではなく、会社のテンプレートです。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EE29D-13E4-45EC-A10A-61EB1807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98AEC1-244B-49D7-A651-60D4245C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名前をつける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用途と対象者を書く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入力例・出力例を添える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改善日と担当者を残す</a:t>
            </a:r>
          </a:p>
        </p:txBody>
      </p:sp>
    </p:spTree>
    <p:extLst>
      <p:ext uri="{BB962C8B-B14F-4D97-AF65-F5344CB8AC3E}">
        <p14:creationId xmlns:p14="http://schemas.microsoft.com/office/powerpoint/2010/main" val="208890799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FD35BA90-5399-4B71-BBC5-692E150E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D5EFA-1EBC-4C74-B592-A3CE7611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AFD2B32-592F-4C5D-B7F5-73979C6C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27786E8-B5F9-4075-956E-822ACF29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評価：AIの答えを採点する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10B5E-F598-4C8B-A2FC-E924E66D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B5C82F-D782-4E97-BFCE-DAEFF6AF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評価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C028C-541B-4F95-8F62-87E567FB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86F06-93A2-46F9-B281-21609AC0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7CB84-5C09-41A0-8EA5-C7A63D41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テストを受けさせて、合格ラインを確認する工程です。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E8423-E6E8-4CB8-822C-2A8B5DE4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AIの出力を、正確さ・完全さ・読みやすさなどの基準で確認します。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0149B1-789F-4581-B909-7203DAD0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実務例：過去の10件で、事実誤り・抜け漏れ・確認時間を比べる</a:t>
            </a:r>
          </a:p>
        </p:txBody>
      </p:sp>
    </p:spTree>
    <p:extLst>
      <p:ext uri="{BB962C8B-B14F-4D97-AF65-F5344CB8AC3E}">
        <p14:creationId xmlns:p14="http://schemas.microsoft.com/office/powerpoint/2010/main" val="5280318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6CAC2E93-B0A7-4957-86B6-13EEA636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E1E23-9028-485C-99D7-4F973E09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9175273-D4E8-478D-8746-63C379E8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0398671-7EB2-4518-8CFD-431388CC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最初に測るのは、3つだけ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AFCE95C5-5CBA-4383-BD99-4683505B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測りすぎると続きません。まずBeforeとAfterを同じ条件で比べます。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16571-FDAD-4EA6-8620-3577B4D0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1EC0F-8426-407C-AAD2-88B9BB9E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時間：1件に何分かかるか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品質：修正・差し戻しが何件あるか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安心：利用者が使い続けたいか</a:t>
            </a:r>
          </a:p>
        </p:txBody>
      </p:sp>
    </p:spTree>
    <p:extLst>
      <p:ext uri="{BB962C8B-B14F-4D97-AF65-F5344CB8AC3E}">
        <p14:creationId xmlns:p14="http://schemas.microsoft.com/office/powerpoint/2010/main" val="143448174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D3C6374F-B30E-4A4D-B3C3-8A9BC6B2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414FB-C4B8-43DD-AE2D-BE4B3ACE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A15034B-509E-461C-9128-125F0729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75BA4E5-56F7-4657-8FD2-7EDBE9F1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週1回の15分レビュー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5790C5FC-B51A-41C2-9F6F-332DBEF6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使った人が、良かった例・困った例・次に直す点を1つずつ持ち寄ります。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61D8B-D518-4AD3-84B3-0D9209D0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B2393D-8FB6-462E-A34B-D4309EB9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今週の成功例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今週の失敗例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テンプレの修正1点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次週の確認担当</a:t>
            </a:r>
          </a:p>
        </p:txBody>
      </p:sp>
    </p:spTree>
    <p:extLst>
      <p:ext uri="{BB962C8B-B14F-4D97-AF65-F5344CB8AC3E}">
        <p14:creationId xmlns:p14="http://schemas.microsoft.com/office/powerpoint/2010/main" val="174405283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7336EBAF-1834-4BD6-9FF9-3B742524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0B4C2-02B1-408D-B6F5-CE471566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3F39859-7576-44CD-BE3E-8DC755B9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6E02808-E86D-4FD6-A438-01D6DB6F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成功例：会議後の2時間が20分になる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D08A66DE-0BCC-4276-9305-B264B2E5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これは実測ではなく、教材用の仮想ケースです。大切なのは数字ではなく、測り方です。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25E95-3198-43D3-AC3E-C95114D0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EFE86-F4F9-42C2-83B1-82278EE3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Before：メモ整理・議事録・宿題抽出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After：AI下書き→担当者が確認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品質：抜け漏れチェックを追加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次の一手：営業会議にも展開</a:t>
            </a:r>
          </a:p>
        </p:txBody>
      </p:sp>
    </p:spTree>
    <p:extLst>
      <p:ext uri="{BB962C8B-B14F-4D97-AF65-F5344CB8AC3E}">
        <p14:creationId xmlns:p14="http://schemas.microsoft.com/office/powerpoint/2010/main" val="78283884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746AA95C-7AAF-4536-8912-23DF04B0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04A4E-7214-4BC5-8FBB-96EC4254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08E744C-315A-4DD4-A205-BBEB8DFA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C9524D-D483-417F-BB4B-C8A28CF3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B291D-2DC4-402E-816E-9393A93E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明日使える依頼書をつくる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AE74DD-1A8A-44D1-BCDA-FC316E48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568502-0B7A-4447-9E1D-29A861D6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プロンプトは、仕事の仕様書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16C9C-9B14-4175-90E2-E7FEA456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66778543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E0F6D981-4EA8-4D15-B60F-782D4A13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B926C-A51B-4A69-A712-C0FB7C35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F1BC9C2-F409-4E39-961E-46D3A90E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D7407E6-4241-4F22-A893-78749115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プロンプトの基本式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E0A04F6B-190A-4435-8281-982CD48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役割・背景・依頼・条件・出力・確認を、一つの依頼書にします。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15906-7385-48D2-988D-477D5584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37E61-DC7A-4423-ABE7-D7DAF400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8594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役割：誰として考えるか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背景：何のためか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依頼：何をしてほしいか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条件：守るルール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出力：どんな形か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確認：不明点をどう扱うか</a:t>
            </a:r>
          </a:p>
        </p:txBody>
      </p:sp>
    </p:spTree>
    <p:extLst>
      <p:ext uri="{BB962C8B-B14F-4D97-AF65-F5344CB8AC3E}">
        <p14:creationId xmlns:p14="http://schemas.microsoft.com/office/powerpoint/2010/main" val="125763725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4322A558-90B0-45FE-8B9A-2514978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D679D-934F-4C23-A165-012F1AA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F54E9F8-89D6-4CC6-93BA-087BF2BE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8F35FB6-DF43-4232-B0E9-98E0EE23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曖昧な依頼を、実務の依頼に変える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00D4C-4DB1-4532-9BBB-11B898C2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048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32FBC-49D8-4269-9173-1D36A82B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429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DB6F9-D14F-4DC2-B003-60BFBB71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8B174-421E-4DB0-9EBB-9E23F7EA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営業メールを書いて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いい感じにまとめて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この資料を分かりやすく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CC6F0-0469-4957-82BC-5A0B57B7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After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A6DD2-61C9-4F64-A865-2A679302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顧客の状況と目的を指定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読み手・文字数・トーンを指定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要約と次アクションを指定</a:t>
            </a:r>
          </a:p>
        </p:txBody>
      </p:sp>
    </p:spTree>
    <p:extLst>
      <p:ext uri="{BB962C8B-B14F-4D97-AF65-F5344CB8AC3E}">
        <p14:creationId xmlns:p14="http://schemas.microsoft.com/office/powerpoint/2010/main" val="26804883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38BBCC4E-39F3-43B3-8CDA-862854F2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586D9-19CE-48C0-8293-D118C891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F269AD5-03B2-408B-8F9F-D6361018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59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54C9A4C-0693-4464-AB68-17E6F4FA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そのまま使える基本テンプレ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18BDA59C-56D3-4C5D-B95B-FD0E2DA1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角括弧の中だけ、自社の情報に置き換えます。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32DB8D-0185-4218-B406-EB7BCB9A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238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F81E5-DA49-499F-AFD9-03B18D46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836D92-A8B5-489E-910B-75D360FF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975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COPY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75B0E-9CBC-4DF8-8678-FCC8B762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10001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381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あなたは[役割]です。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目的は[達成したいこと]です。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背景：[相手・状況・前提]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入力：[材料]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条件：[文字数・禁止事項・期限]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出力：[見出し・表・箇条書き]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不明点は推測せず、先に質問してください。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91382883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0ED1E466-09C5-4D21-BEA3-2FD5CEA0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43AFB-05DA-4AB7-BF8B-181D9665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59CBD98-0D81-4478-8A66-085DE5FB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1A95958-CD31-48B3-9C9A-6FF7BDCC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依頼書の各項目は、手戻りを減らす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B1DC384B-5082-4734-8D25-F76B5F17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全部を書くのが面倒なら、まず『目的・相手・完成条件』の3つから始めます。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D8AB3-0A77-4062-931C-4B1EE1F1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8D92BF-364A-4415-B726-B9A71D1D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役割＝視点の固定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背景＝勘違いの防止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条件＝やってはいけないこと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出力＝そのまま使える形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確認＝自信満々の誤りを減らす</a:t>
            </a:r>
          </a:p>
        </p:txBody>
      </p:sp>
    </p:spTree>
    <p:extLst>
      <p:ext uri="{BB962C8B-B14F-4D97-AF65-F5344CB8AC3E}">
        <p14:creationId xmlns:p14="http://schemas.microsoft.com/office/powerpoint/2010/main" val="1753878177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A920DC55-83F0-4222-B341-3004B849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74AC1-3F3B-4ED1-AD55-2544D2F1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5E1AB9A-C095-40D0-9759-669F6E96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22B2EA2-F16D-4CB0-9ACB-BFB6088B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パターン1：会議メモを行動に変える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1CCBFE13-A127-4938-8120-643E21C2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議事録をきれいにするだけでなく、誰が何をいつまでにするかまで抜きます。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89620-175A-470E-B370-38585384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238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DC609-4FD0-4A1D-9C88-67D21930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247EB-8AD4-41CA-9720-AE3BC679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975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COPY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0B756-9A13-4FA7-8B47-42C64910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10001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以下の会議メモから、①決定事項 ②未決事項 ③担当者つきのタスク ④期限 ⑤確認が必要な点を抽出してください。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不明な担当者・期限は『未定』と書き、推測しないでください。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出力は表形式。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[会議メモ]</a:t>
            </a:r>
          </a:p>
        </p:txBody>
      </p:sp>
    </p:spTree>
    <p:extLst>
      <p:ext uri="{BB962C8B-B14F-4D97-AF65-F5344CB8AC3E}">
        <p14:creationId xmlns:p14="http://schemas.microsoft.com/office/powerpoint/2010/main" val="38463655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4FA3B234-EDEB-4C3C-BF76-D6EA723B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70348-BB71-47D4-BFD0-919BB9CA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262E45C-1F88-476D-B8D0-A89107FF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A970229-4B46-4285-84CA-7861D829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パターン2：メールの下書きをつくる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0FF8D535-0862-4FD4-BFA3-CCED0D92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AIには書かせる。でも、送る判断は人が持ちます。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B5C27-0DD7-4A58-95BF-48B1B2E8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238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18987-E0B4-4F39-8847-3631F20A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DA8E6-170F-4CF9-8B27-F235EF68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975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COPY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4753D-EE27-4041-80D2-B23E7CC3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10001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以下の情報から、[相手]に送る返信案を2案作ってください。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目的：[返信で進めたいこと]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トーン：丁寧だが回りくどくしない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条件：200字以内／未確定事項は断定しない／次の行動を明記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最後に『確認が必要な事実』を列挙してください。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[情報]</a:t>
            </a:r>
          </a:p>
        </p:txBody>
      </p:sp>
    </p:spTree>
    <p:extLst>
      <p:ext uri="{BB962C8B-B14F-4D97-AF65-F5344CB8AC3E}">
        <p14:creationId xmlns:p14="http://schemas.microsoft.com/office/powerpoint/2010/main" val="1756780588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A99B2F22-15E9-4DDA-8446-1812D5CA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9EAE9C-4D31-417D-B7CD-27F774C8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85DEB8B-021E-4BF9-8385-4B742F1B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5C5B69B-ABAE-4964-AC53-EDC5D72A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パターン3：調査を意思決定用に整理する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74832489-4F57-4D4F-B00B-1B0D1118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調査結果を羅列せず、判断に使える比較に変換します。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80E5FF-A308-4192-A61E-F328E8C3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238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6168E-E758-4A94-A669-A69DD318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29832-F274-4B40-A69C-94553E8C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975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COPY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E6BF25-482A-43F5-9821-A6226B98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10001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以下の情報を、[意思決定したいこと]のために整理してください。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①結論 ②根拠 ③反対材料 ④不明点 ⑤次に確認する情報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出典がない内容は『出典なし』と表示し、事実と推測を分けてください。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[資料]</a:t>
            </a:r>
          </a:p>
        </p:txBody>
      </p:sp>
    </p:spTree>
    <p:extLst>
      <p:ext uri="{BB962C8B-B14F-4D97-AF65-F5344CB8AC3E}">
        <p14:creationId xmlns:p14="http://schemas.microsoft.com/office/powerpoint/2010/main" val="932567955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FCC1A260-C918-478D-9410-2A9DEFC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28589-CE6E-4825-AA58-21A56C82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54C73DE-100B-411B-A971-380E2768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D99E948-F626-4F31-92D7-E572CC8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パターン4：問い合わせを分類する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851751AE-DD88-4525-A8FA-FF4A1836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分類は自動化しやすい一方、迷うケースは人へ戻します。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373B1-F2F0-4615-8983-00023A61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238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B0FF1-370E-4782-86AE-EB4FC9E5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0E89-B037-4826-8ECF-BECAC8BF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975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COPY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40F76-DABC-4D48-B7E7-72720C29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10001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問い合わせを、次のカテゴリのいずれかに分類してください。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[料金][使い方][障害][契約][その他]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カテゴリ名、緊急度、要約、必要な担当部署、判断理由を出してください。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複数候補がある場合は『要確認』としてください。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[問い合わせ本文]</a:t>
            </a:r>
          </a:p>
        </p:txBody>
      </p:sp>
    </p:spTree>
    <p:extLst>
      <p:ext uri="{BB962C8B-B14F-4D97-AF65-F5344CB8AC3E}">
        <p14:creationId xmlns:p14="http://schemas.microsoft.com/office/powerpoint/2010/main" val="78133117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1C218DD1-1FBC-4859-8069-C804CF5F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F89CE-5646-4FBC-BDDA-56C7FFE6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B01E235-863D-456B-8A46-DBAE5E72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1F3D601-02C7-4DC9-90F7-70B4208E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パターン5：経営会議の論点をつくる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6871621E-FDF6-4231-A329-14DB3184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経営者向けには、情報量より判断の論点が重要です。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54E2F-3ABC-452E-9CFB-A511E8B2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238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1391B-BBEC-42DB-BF2D-D828778C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0F021-AC65-4851-B680-B53F5EE6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975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COPY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3524CB-5172-4C97-BF55-AF3F5E3B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10001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以下の報告を、経営会議用に整理してください。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①一言結論 ②数字で見える変化 ③原因の仮説 ④経営判断が必要なこと ⑤次の30日で試すこと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数字は入力にないものを作らないでください。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[報告]</a:t>
            </a:r>
          </a:p>
        </p:txBody>
      </p:sp>
    </p:spTree>
    <p:extLst>
      <p:ext uri="{BB962C8B-B14F-4D97-AF65-F5344CB8AC3E}">
        <p14:creationId xmlns:p14="http://schemas.microsoft.com/office/powerpoint/2010/main" val="865364564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D3F79930-604D-4876-88EA-A97C9137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E51B34-AC40-4977-95E6-07EB01B8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C37B872-A4DA-49C1-9464-8A1C486C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3684EAD-63DE-49E4-B190-DFC23EB4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プロンプトを保存する時の6項目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0755D0FB-05DE-459F-B4D8-7EAA784C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コピーして使えるだけでなく、改善できる状態にします。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B8EC7-96C6-419B-AD3F-C6863E59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AAE904-1030-4B2A-9E42-88E2CA54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8594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名称：何に使うか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対象：誰が使うか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入力：何を渡すか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出力：何が出るか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確認：何を見るか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更新：いつ誰が直したか</a:t>
            </a:r>
          </a:p>
        </p:txBody>
      </p:sp>
    </p:spTree>
    <p:extLst>
      <p:ext uri="{BB962C8B-B14F-4D97-AF65-F5344CB8AC3E}">
        <p14:creationId xmlns:p14="http://schemas.microsoft.com/office/powerpoint/2010/main" val="572906622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53F54CC4-C8F6-4416-98C7-0222EA24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0EB56-7545-4E35-91E1-EA1F5E71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C287CEE-2B4D-4CAF-BD94-9899E5DD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04E34-448E-4667-9FD5-974563AB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DADCE-81BB-4BD4-AEC5-AFFECDF2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AIを、仕事の流れに置く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C4BA5-E0F5-4EF2-A6FC-1337FD0B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57DD46-7C7A-42CA-A38F-F5EFA641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自動化は、工程ごとに小さく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EECF5-4793-4E3C-AFB0-6764886E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942669394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A54D4E3D-1774-4FD9-B21E-6BE19D28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56F3B-1096-4519-AB91-A6917A44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CC86AE3-B0B8-420B-8261-DD0580B8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EF3119C-C4D8-45B2-A550-0444B126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ワークフロー：仕事の流れを見える化する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A4E80A7D-ABE9-4488-ACA8-078DE9AA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ワークフローは、仕事の『駅の順番』です。どの駅をAIに任せるかを決めます。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BF865-E325-4560-848A-6BBF56FC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B2842-E6CB-4CA1-969A-8F48A711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開始条件：何が届いたら始まるか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処理：何を順番にするか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分岐：どの条件で分かれるか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終了条件：どこまでで完了か</a:t>
            </a:r>
          </a:p>
        </p:txBody>
      </p:sp>
    </p:spTree>
    <p:extLst>
      <p:ext uri="{BB962C8B-B14F-4D97-AF65-F5344CB8AC3E}">
        <p14:creationId xmlns:p14="http://schemas.microsoft.com/office/powerpoint/2010/main" val="1461119897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chrome">
            <a:extLst xmlns:a="http://schemas.openxmlformats.org/drawingml/2006/main">
              <a:ext uri="{FF2B5EF4-FFF2-40B4-BE49-F238E27FC236}">
                <a16:creationId xmlns:a16="http://schemas.microsoft.com/office/drawing/2014/main" id="{39D3B59C-1D7C-4AB7-8D6B-6411EFAD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B474D-F0DB-4B08-A8B9-F4EE8EF1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C09126E-97BD-46EF-B545-EDE5D988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69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95813F-B344-4C9E-A4B8-CA5F9E6E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まずは業務フローを5箱にする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031EC-F377-4FF8-A459-923338B7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B5B4C-C80C-4A85-B4B0-3B425DAC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97358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BDDBA-8132-4F85-A30E-BE301549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63068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E0CCF-9211-4DDE-9588-3DD8DD5F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170688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入力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DA036-ECFF-47E4-AEDA-2D6238D6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1B44E-9DFE-424D-A2FF-1185B6B7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048000"/>
            <a:ext cx="197358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1AA0B6-5AF0-4231-B1B8-4C8B3E13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530" y="3219450"/>
            <a:ext cx="163068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D54E8-ED09-4CB0-AB30-2A23350C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430" y="3619500"/>
            <a:ext cx="170688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整理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D3380B-5A29-478A-9FB6-1A2EFF1C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469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EADCC-6B32-4C8A-A9F5-74AA947D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9210" y="3048000"/>
            <a:ext cx="197358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CD392-CB25-43D0-940D-8BA3EA6D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219450"/>
            <a:ext cx="163068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FAED23-FF65-4419-87A9-0F735737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560" y="3619500"/>
            <a:ext cx="170688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判断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A33AB1-304C-4732-B738-C4DCCDEF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7820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47FCE-CD76-41D5-9DC1-B7296EDF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340" y="3048000"/>
            <a:ext cx="197358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FE227-E189-4AC8-B7C4-D5ED403D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3219450"/>
            <a:ext cx="163068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3FC7CA-00DC-43B1-8C5C-D61F043B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690" y="3619500"/>
            <a:ext cx="170688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作成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887B3C-3494-40A8-957E-1F40876E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5470" y="3048000"/>
            <a:ext cx="1973580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90B9D-F34C-44CA-89D4-3D071EC6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3219450"/>
            <a:ext cx="163068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4ADA71-0626-41E7-B4DA-9ECD49F0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820" y="3619500"/>
            <a:ext cx="170688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承認・送付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895961-C250-4705-8096-E5BDBCC2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20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一つの箱だけAIに任せ、効果を比べる</a:t>
            </a:r>
          </a:p>
        </p:txBody>
      </p:sp>
    </p:spTree>
    <p:extLst>
      <p:ext uri="{BB962C8B-B14F-4D97-AF65-F5344CB8AC3E}">
        <p14:creationId xmlns:p14="http://schemas.microsoft.com/office/powerpoint/2010/main" val="199087185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hrome">
            <a:extLst xmlns:a="http://schemas.openxmlformats.org/drawingml/2006/main">
              <a:ext uri="{FF2B5EF4-FFF2-40B4-BE49-F238E27FC236}">
                <a16:creationId xmlns:a16="http://schemas.microsoft.com/office/drawing/2014/main" id="{D84A0891-F702-4BC2-9712-2C87A6B6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8D0BF2-7FC3-4D79-B1B5-0B5BFEB7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10FCE0B-2F1F-4FA2-B2DF-1980F71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4D01C95-0FED-4443-8734-9B778BE7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自動化：決まった作業を機械に渡す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65487-D7FF-4610-89C4-D22752E2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667000" cy="2952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2E047-5232-4C0D-8A8A-0BA3AD72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33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55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自動化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2287B-D0D1-4C3B-87BF-74EDF6F7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79057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422CA-FBE6-401F-907B-13E6B22B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たとえると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83C7C-2CE0-4121-8F56-E8868F1B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2754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毎朝同じ順番で動くタイマー。決めた条件の時だけ、決めた処理をします。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6CFB7A-9F2F-41CB-916B-61277664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A8B4C7"/>
                </a:solidFill>
                <a:latin typeface="Aptos"/>
                <a:ea typeface="Aptos"/>
                <a:cs typeface="Aptos"/>
              </a:rPr>
              <a:t>人が毎回行う定型作業を、ルールやツールで自動実行することです。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8CA8C-1B57-4524-900D-380552FB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768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425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C84B"/>
                </a:solidFill>
                <a:latin typeface="Aptos"/>
                <a:ea typeface="Aptos"/>
                <a:cs typeface="Aptos"/>
              </a:rPr>
              <a:t>実務例：フォーム受信→担当者へ通知→台帳に記録</a:t>
            </a:r>
          </a:p>
        </p:txBody>
      </p:sp>
    </p:spTree>
    <p:extLst>
      <p:ext uri="{BB962C8B-B14F-4D97-AF65-F5344CB8AC3E}">
        <p14:creationId xmlns:p14="http://schemas.microsoft.com/office/powerpoint/2010/main" val="500379256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CE7F18A3-0788-49FC-8683-55B058FE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5355BD-267C-4CD8-AB50-E975165F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051CA68-237A-4A3C-A7E5-340BF0DF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A645DE-6BEA-42CA-9BD4-899C9A94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例：問い合わせ対応を半自動化する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61CC80B2-F4FD-4CEF-93FB-28BFC33D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最初から返信送信まで自動化せず、分類と下書きで止めます。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F2616-80C1-4727-9417-D1B96946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8C777-7691-4E5E-98C1-0B318221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受信：フォームから本文を取得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整理：カテゴリ・緊急度を抽出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生成：FAQを根拠に返信案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承認：担当者が確認して送信</a:t>
            </a:r>
          </a:p>
        </p:txBody>
      </p:sp>
    </p:spTree>
    <p:extLst>
      <p:ext uri="{BB962C8B-B14F-4D97-AF65-F5344CB8AC3E}">
        <p14:creationId xmlns:p14="http://schemas.microsoft.com/office/powerpoint/2010/main" val="1089437270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65F277EC-ECED-4A37-8387-75023BE3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4B9156-8F5A-4C0A-B351-CCA90D6B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4F2C400-384F-4358-9675-2AC6400D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9D5421D-2E26-4565-B08E-5A2979F0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例：会議後の作業を半自動化する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92D8706A-FBAA-4B69-9913-A0778C50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人が書いたメモを起点に、抜け漏れを減らします。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75419C-EA19-4730-BF4E-A07476C1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C1AD43-7337-4DB3-80A1-F8A34A5A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メモを共有フォルダに置く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AIが決定事項とタスクを抽出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担当者が確認・修正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タスク管理表へ登録</a:t>
            </a:r>
          </a:p>
        </p:txBody>
      </p:sp>
    </p:spTree>
    <p:extLst>
      <p:ext uri="{BB962C8B-B14F-4D97-AF65-F5344CB8AC3E}">
        <p14:creationId xmlns:p14="http://schemas.microsoft.com/office/powerpoint/2010/main" val="215312803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EDAE9A91-2F25-42F5-8B77-52814389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30340-DBD9-452B-882A-866F7C61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149E854-DC1F-4235-8804-478E7A19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A9DFC2E-4D3A-45A4-95E9-B8824EB8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例：提案書の初稿をつくる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5573EFB-8C18-4DF2-A36E-5F290B03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顧客に出す前の『たたき台』までをAIに任せます。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188F9-B32A-4697-BC82-58329D0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C903A-2E3F-4111-BBA4-E609082B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ヒアリングメモを整理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課題・提案・期待効果を構成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過去事例を候補として提示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営業が事実と価格を確認</a:t>
            </a:r>
          </a:p>
        </p:txBody>
      </p:sp>
    </p:spTree>
    <p:extLst>
      <p:ext uri="{BB962C8B-B14F-4D97-AF65-F5344CB8AC3E}">
        <p14:creationId xmlns:p14="http://schemas.microsoft.com/office/powerpoint/2010/main" val="730013647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386997D5-4F1F-439B-A6B1-56776910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6D45F-2329-4D5E-8674-DD64DD02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6EC23D9-571C-4460-B56C-59229C7B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3FA491-7004-4D21-AA98-A93BA1D7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エージェントを使う判断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04EF725C-396A-42CB-B28B-674D933D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複数の手順を毎回つなぐ必要がある時に候補になります。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7FA7F-D319-4134-9C24-FBD34FED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18C2C-24A3-474C-BA78-BE563CD3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手順が決まっている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使う情報源が決まっている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各段階で確認できる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止める方法がある</a:t>
            </a:r>
          </a:p>
        </p:txBody>
      </p:sp>
    </p:spTree>
    <p:extLst>
      <p:ext uri="{BB962C8B-B14F-4D97-AF65-F5344CB8AC3E}">
        <p14:creationId xmlns:p14="http://schemas.microsoft.com/office/powerpoint/2010/main" val="9448527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hrome">
            <a:extLst xmlns:a="http://schemas.openxmlformats.org/drawingml/2006/main">
              <a:ext uri="{FF2B5EF4-FFF2-40B4-BE49-F238E27FC236}">
                <a16:creationId xmlns:a16="http://schemas.microsoft.com/office/drawing/2014/main" id="{08BBA966-250D-4DE4-8710-DEC6C5C3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31014-AF70-46E2-B9E6-465F28DD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ABA9332-4AA0-4658-9DE9-1E011349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36139C4-88D3-4652-BDAA-E5A0E17B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エージェント設計キャンバス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4A9E1-47F0-4B30-844D-C826D0B0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23DE3-B34E-427F-BD94-44E20954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6EE7D1"/>
                </a:solidFill>
                <a:latin typeface="Aptos"/>
                <a:ea typeface="Aptos"/>
                <a:cs typeface="Aptos"/>
              </a:rPr>
              <a:t>任せる前に、担当者に渡す仕事の指示書を書きます。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C83CC-5663-4E02-9B98-A3E8F7E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目的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103FE-092E-4CAC-A0D9-D2A62150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71850"/>
            <a:ext cx="7334250" cy="276225"/>
          </a:xfrm>
          <a:prstGeom xmlns:a="http://schemas.openxmlformats.org/drawingml/2006/main" prst="roundRect">
            <a:avLst>
              <a:gd name="adj" fmla="val 206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93B7D3-23B4-4875-AE7A-E2F99AD4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62375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開始条件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1DB8DB-C2F1-426E-B017-E01256B6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05225"/>
            <a:ext cx="7334250" cy="276225"/>
          </a:xfrm>
          <a:prstGeom xmlns:a="http://schemas.openxmlformats.org/drawingml/2006/main" prst="roundRect">
            <a:avLst>
              <a:gd name="adj" fmla="val 206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16139-E366-427A-9B20-6E8958AE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使う情報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502F8-1764-493B-B4B9-754F09EA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38600"/>
            <a:ext cx="7334250" cy="276225"/>
          </a:xfrm>
          <a:prstGeom xmlns:a="http://schemas.openxmlformats.org/drawingml/2006/main" prst="roundRect">
            <a:avLst>
              <a:gd name="adj" fmla="val 206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EC760-25EA-4614-BAA8-856B9EA6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手順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80AF9-8E06-4376-AA05-C2A3DF29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71975"/>
            <a:ext cx="7334250" cy="276225"/>
          </a:xfrm>
          <a:prstGeom xmlns:a="http://schemas.openxmlformats.org/drawingml/2006/main" prst="roundRect">
            <a:avLst>
              <a:gd name="adj" fmla="val 206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D0CC57-1D68-493C-8731-6F763117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人の確認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D1CE7-99A7-43D4-A977-5251F940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705350"/>
            <a:ext cx="7334250" cy="276225"/>
          </a:xfrm>
          <a:prstGeom xmlns:a="http://schemas.openxmlformats.org/drawingml/2006/main" prst="roundRect">
            <a:avLst>
              <a:gd name="adj" fmla="val 206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8FC974-91F4-4E0D-90AE-F9974AA0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95875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停止条件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2C659E-640D-4B1A-8675-B0B5599B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38725"/>
            <a:ext cx="7334250" cy="276225"/>
          </a:xfrm>
          <a:prstGeom xmlns:a="http://schemas.openxmlformats.org/drawingml/2006/main" prst="roundRect">
            <a:avLst>
              <a:gd name="adj" fmla="val 2069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99411061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hrome">
            <a:extLst xmlns:a="http://schemas.openxmlformats.org/drawingml/2006/main">
              <a:ext uri="{FF2B5EF4-FFF2-40B4-BE49-F238E27FC236}">
                <a16:creationId xmlns:a16="http://schemas.microsoft.com/office/drawing/2014/main" id="{13A73749-885C-4A03-BE3F-B67952E1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685432-5FAA-406D-80D1-863B4D10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36EFAE2-3028-4795-9603-E2555554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933D6D9-FF6B-4287-A885-BCA10EE9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RAGの流れ：探す→根拠にする→答える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13CB58-84D2-4136-A9E7-9379C53B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C18C5-F939-47E3-AB4D-70251738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519363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4F24B-75F5-4F3F-AE9B-8F17F246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217646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C4A736-E00C-4DB3-B192-1F601C5B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2526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質問を受ける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CCAA5F-ABA5-4DBA-BC32-965E1608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7870A3-3C14-4ACD-B213-5A16F206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3048000"/>
            <a:ext cx="2519363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498CAC-361B-41E7-934A-FB763351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219450"/>
            <a:ext cx="217646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8CACC-18AC-4172-B474-4D805ECC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3619500"/>
            <a:ext cx="22526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正本を検索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10C738-28BE-4168-B68B-F4330F32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2038" y="37147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4BC64-CC88-421C-BBE1-6C994670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048000"/>
            <a:ext cx="2519363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95976-6F7D-43F4-8C7D-8AFC37FE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219450"/>
            <a:ext cx="217646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7387E1-9504-41E7-82B7-ED66BFE9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19500"/>
            <a:ext cx="22526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該当箇所を渡す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2382EE-E9FC-4891-8A16-A57B0D6B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3048000"/>
            <a:ext cx="2519363" cy="13716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06B72-D046-42A4-8C12-D116A373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219450"/>
            <a:ext cx="217646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FB0391-E05D-49C7-9E48-5C070418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3619500"/>
            <a:ext cx="22526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根拠つきで回答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942A56-49A9-459A-A9AA-11B9F7A3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20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検索結果がない時は、回答せず人へ戻す</a:t>
            </a:r>
          </a:p>
        </p:txBody>
      </p:sp>
    </p:spTree>
    <p:extLst>
      <p:ext uri="{BB962C8B-B14F-4D97-AF65-F5344CB8AC3E}">
        <p14:creationId xmlns:p14="http://schemas.microsoft.com/office/powerpoint/2010/main" val="25786657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C74EF04D-D145-4F73-9EF7-23E3E082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EB509-7E23-41A2-BA61-3C8848A8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E9F9359-DC9E-4C07-8260-15399080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8BFD63-9FDA-4CB8-A702-E21E503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人の承認ポイントを残す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BD9635BC-0E8B-494F-BBAD-8F693662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AIの能力ではなく、業務の責任境界で止める場所を決めます。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D4EFF-345D-4C2A-86EB-DB4D0135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EA9B85-B1BC-4F9C-8A09-25653DED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外部への送信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金額・契約・納期の確定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個人情報を含む処理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例外・クレーム・高緊急度</a:t>
            </a:r>
          </a:p>
        </p:txBody>
      </p:sp>
    </p:spTree>
    <p:extLst>
      <p:ext uri="{BB962C8B-B14F-4D97-AF65-F5344CB8AC3E}">
        <p14:creationId xmlns:p14="http://schemas.microsoft.com/office/powerpoint/2010/main" val="1277000888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30F431CB-DB38-4559-B115-05FFAA72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D7F2C-556A-46F2-B62B-93BF5160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8D9203E-76CC-4E43-B3CD-17E046E7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B7608-674E-41C9-819C-2E65320B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FEC66-D00A-4D73-853F-2C704CD3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安全と品質を、仕組みにする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EDC019-18A8-4E86-BA90-99C9E788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501AB-B03D-482F-AE90-5C95C92C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使う人を責めず、仕組みで守る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70F00-5A53-4FAF-94DD-8D5089D3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407227563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2AAAADCA-F9AD-44D5-B934-9EF1C91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B557E4-C6EC-4B5B-A510-1261974D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74B4650-3D94-47FF-BD22-615CD468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79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05B4340-B89A-4DA5-8471-BB66586A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情報を4段階に分類する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DF1A9B71-E575-4A10-8064-47800BFC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入力してよいか迷わないために、会社の情報を扱いやすい箱に分けます。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3B04A-0595-48C1-8502-F0C3B648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8F5F8-A198-4EE3-9640-45E4E117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公開：Web掲載済み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社内：社内共有に限定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機密：契約・顧客・未公開情報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厳秘：個人情報・認証情報・法務案件</a:t>
            </a:r>
          </a:p>
        </p:txBody>
      </p:sp>
    </p:spTree>
    <p:extLst>
      <p:ext uri="{BB962C8B-B14F-4D97-AF65-F5344CB8AC3E}">
        <p14:creationId xmlns:p14="http://schemas.microsoft.com/office/powerpoint/2010/main" val="962120153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6EED19E4-4D9C-4C3B-874F-F23D93CE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50F61A-5FAB-47E3-8B8D-D1BFD7B4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B6F7B12-4048-4A4C-A937-B4666242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A28D7E3-A3C6-4E30-B8BB-5912A727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AIに貼らない情報を決める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3CBCD762-A504-409D-9EFB-5957FDC1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迷ったら匿名化・要約・抜粋に変換します。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F369A-17A0-46E8-83CE-BACE5C23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66BF4-DBA9-42A6-8664-F9D9A674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パスワード・APIキー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本人が特定できる個人情報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未公開の契約・財務情報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第三者から預かった秘密情報</a:t>
            </a:r>
          </a:p>
        </p:txBody>
      </p:sp>
    </p:spTree>
    <p:extLst>
      <p:ext uri="{BB962C8B-B14F-4D97-AF65-F5344CB8AC3E}">
        <p14:creationId xmlns:p14="http://schemas.microsoft.com/office/powerpoint/2010/main" val="1349099626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88860B8E-E3EB-47BC-A36A-2B18EFBE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294816-7573-45D6-86FB-A322D6D8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8E2B0A3-C6BD-4136-8B69-3CBCD5A0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BC5B51F-021C-488F-B5E0-6729E5FE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権限は、必要な人だけに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F5DB1C02-C8AD-44A7-89CE-5A3E5BC1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AIが見られる資料の範囲は、人間の担当範囲より広くしません。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3CEE1-B17F-4E83-AAA5-FC6A4B44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E1148-AF78-475E-9AC3-1080F00C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閲覧できるフォルダを限定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編集・送信権限を分ける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退職・異動時にアクセスを外す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ログを残せるツールを選ぶ</a:t>
            </a:r>
          </a:p>
        </p:txBody>
      </p:sp>
    </p:spTree>
    <p:extLst>
      <p:ext uri="{BB962C8B-B14F-4D97-AF65-F5344CB8AC3E}">
        <p14:creationId xmlns:p14="http://schemas.microsoft.com/office/powerpoint/2010/main" val="281901652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DADE641E-B8A8-45E3-A8D6-CAF64D14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F0813-69A5-4653-B2D9-BE34E222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56CEC3E-5AC8-4AC8-B669-2E3EB461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139E3C-5903-4FD0-9098-8897710E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AIが作ったものは、表示で区別する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AB724B74-1A56-4BB9-9E66-B7F72B7E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下書きと承認済みを混ぜないだけで、誤送信を減らせます。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403FB-730F-4AC3-8D9F-129B8D36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DFD6D-A723-44B0-829F-D26A4095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AI下書き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人が確認済み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外部送信済み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根拠未確認</a:t>
            </a:r>
          </a:p>
        </p:txBody>
      </p:sp>
    </p:spTree>
    <p:extLst>
      <p:ext uri="{BB962C8B-B14F-4D97-AF65-F5344CB8AC3E}">
        <p14:creationId xmlns:p14="http://schemas.microsoft.com/office/powerpoint/2010/main" val="549280191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432FD977-F9B3-4C55-813E-77A8AF26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82F3A-A636-4AA3-8418-B5F3028D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CB55567-3848-481C-BA9C-3371EF37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D1A8EBB-5030-436F-B1E3-C30FBFEE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事実確認の3点セット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58F98AA2-F7A7-4D35-8DA9-135015FD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重要な出力は、原典・計算・責任者で確認します。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BE328-470C-404E-AE9E-1E5A1931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27FAB-82CE-48AA-81BE-1A78CE58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原典：どこに書いてあるか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計算：数字を再計算したか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責任者：誰が公開を承認するか</a:t>
            </a:r>
          </a:p>
        </p:txBody>
      </p:sp>
    </p:spTree>
    <p:extLst>
      <p:ext uri="{BB962C8B-B14F-4D97-AF65-F5344CB8AC3E}">
        <p14:creationId xmlns:p14="http://schemas.microsoft.com/office/powerpoint/2010/main" val="613963817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12664DFB-6E6C-4E6E-A064-C725B272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880A9-33AC-4DE3-B46B-736FF625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521EC6E-8CAD-4493-BDD2-7145A818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7853560-3180-4CDC-9E94-8DE8B028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評価用の10件を先に用意する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DA7E6084-9939-4817-8263-3BD0822F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AIを使う前に、過去の代表的なケースを10件選び、同じ条件で比較します。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B4179-70A2-4540-84AF-F354F8F0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CEE75-5DA6-44E9-8C4E-66CC7433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簡単なケース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よくあるケース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例外ケース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失敗すると困るケース</a:t>
            </a:r>
          </a:p>
        </p:txBody>
      </p:sp>
    </p:spTree>
    <p:extLst>
      <p:ext uri="{BB962C8B-B14F-4D97-AF65-F5344CB8AC3E}">
        <p14:creationId xmlns:p14="http://schemas.microsoft.com/office/powerpoint/2010/main" val="631329858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628E6910-2043-475B-B8C9-1A67AE87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C4B49-90BC-4E42-A096-F7184640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33CA48A-484A-4EF2-B12A-3D3DBF8C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78D5541-F754-493C-BBD3-F4A8DB4F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レッドチーム：わざと弱点を探す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9F61938-14B1-40DD-AE65-5020FEA0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レッドチームは、攻撃者役で『どう壊れるか』を試す確認です。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C1C0E-1F36-45A2-A4AA-60B06EE7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6FA8C-E7E5-4AB6-B37A-C14669A9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曖昧な依頼を入れる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禁止情報を求める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根拠のない質問をする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大量入力・長文・例外を試す</a:t>
            </a:r>
          </a:p>
        </p:txBody>
      </p:sp>
    </p:spTree>
    <p:extLst>
      <p:ext uri="{BB962C8B-B14F-4D97-AF65-F5344CB8AC3E}">
        <p14:creationId xmlns:p14="http://schemas.microsoft.com/office/powerpoint/2010/main" val="1116794246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32DD0302-5522-44B9-9592-F61B4352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D1AFD-0041-461E-A3D1-1D851CA6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016FFA9-AAF3-433A-B0D3-4540D89B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C97090-1E21-43E2-8AEA-60E59547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事故が起きた時の4手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0CEA1F2C-F2E9-4F4C-BDD0-0921467B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隠さず、止めて、範囲を確認し、再発防止を残します。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3DE3A-053F-45C2-A0F6-90C5824A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C8C701-EE95-452E-987D-0A2E190F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停止：自動処理を止める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保全：入力・出力・ログを保存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報告：責任者へ事実を伝える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改善：原因と再開条件を決める</a:t>
            </a:r>
          </a:p>
        </p:txBody>
      </p:sp>
    </p:spTree>
    <p:extLst>
      <p:ext uri="{BB962C8B-B14F-4D97-AF65-F5344CB8AC3E}">
        <p14:creationId xmlns:p14="http://schemas.microsoft.com/office/powerpoint/2010/main" val="2055418426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rome">
            <a:extLst xmlns:a="http://schemas.openxmlformats.org/drawingml/2006/main">
              <a:ext uri="{FF2B5EF4-FFF2-40B4-BE49-F238E27FC236}">
                <a16:creationId xmlns:a16="http://schemas.microsoft.com/office/drawing/2014/main" id="{2BD0B40F-6E32-4CCD-B3AE-2DD2E773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61B9B-9FAC-4D90-BE16-6AFF6D5E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B39EDE2-6614-41E5-81C6-8C9891DA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F7E66FF-FE89-49F9-9D34-F1E4E0A4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社内AI利用ルールの最小版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BBA6A-584B-407E-9CFD-DF8C096E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E3BE6-4359-46A6-A183-040D8061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この5行を社内の共有場所に置き、使いながら更新します。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194FAC-0B9C-4C9D-B2DA-1CBB5E10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使ってよいツール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8F6B3-7DA7-4E9F-B91D-F45D90B4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718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4C405-AD2C-4849-B886-657EC610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入力してよい情報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DD6F2-44A1-4878-A253-8ECAB58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719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D8981-C1CE-4764-B7A9-E088C6C0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必ず人が確認する内容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A9843C-4001-4A4D-9A21-6AB3B35F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719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452CC-300F-4C3B-83E6-4C468F8F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問題時の連絡先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CE2BB-FAA0-4525-A09E-C70553FF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720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B7B672-BEAC-452D-807D-AAC38ABD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29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最終更新日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05C27-980B-4613-BE15-89BE7A0C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20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62074942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FDC8B8C9-C9F0-4548-8C5D-2EE8E3F5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F601B-5167-4A4F-8B82-07E01338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629A932-A6E5-4DD5-A05D-D2235D6A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AB26899-390E-43FE-9D8B-63BB8295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月1回の運用点検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8F14D7C9-2B41-4519-8F5E-24B30B83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導入後は、使われているか・安全か・役立っているかを点検します。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B0562-E9B4-4DD7-BA3B-02A169B2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1A45D-8793-4FEC-9E36-CB5CBB13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利用件数と利用者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誤り・差し戻し・停止件数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時間と品質の変化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ルール・テンプレの更新</a:t>
            </a:r>
          </a:p>
        </p:txBody>
      </p:sp>
    </p:spTree>
    <p:extLst>
      <p:ext uri="{BB962C8B-B14F-4D97-AF65-F5344CB8AC3E}">
        <p14:creationId xmlns:p14="http://schemas.microsoft.com/office/powerpoint/2010/main" val="1825895521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6E857BEB-8E03-4D51-88A5-154E52E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71286-D5C8-4ED1-AE84-F776E0D6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FF75EC5-B3AC-4B6C-84B3-BB495CBA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89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12A99-6740-4627-A1CF-85378244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9263B4-15C5-47A0-ACC4-27C8DB0E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30・60・90日で、導入を定着させる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6D5963-4490-48E1-8626-1A03C0A2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3EEB4C-7F4C-457A-92DF-DEACF9D7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大きく始めず、証拠を積む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CB5B4-85F8-432A-90EE-0444E1A9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465131424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rome">
            <a:extLst xmlns:a="http://schemas.openxmlformats.org/drawingml/2006/main">
              <a:ext uri="{FF2B5EF4-FFF2-40B4-BE49-F238E27FC236}">
                <a16:creationId xmlns:a16="http://schemas.microsoft.com/office/drawing/2014/main" id="{2F64497B-5A69-43F6-B79B-0A01498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6ADD5-6537-4339-8DE1-905E2AE5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6A04B7D-4A46-48B8-8F75-6BDE1D6B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54F8E5A-9025-42DE-87CF-7F80B0D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最初の30日：1業務を安全に回す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5F626-4882-416A-B52D-D6E16C31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1019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3455E-D925-43F0-B3CB-4BE521E9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4744A-F2E9-4DC0-BDD3-1136A7FE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1週目：選定・現状計測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B6FD78-3BD8-47ED-A929-AD15DC8C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861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A4663-FA53-442C-8FF6-43B4EDF6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00500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2週目：手順とテンプレ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9543E4-E706-43C2-BF7E-93232F87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861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08B68E-DB25-444A-B20D-5984B743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00500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3週目：10件で試行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280B88-EE40-414A-9D75-52246A3A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861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57B97-BB8A-47D8-8EB7-EB5F06C2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00500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4週目：人の確認つきで運用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C270A-16CE-4AD1-ACA7-CC33F679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目標は『全社導入』ではなく、『再現できる成功例1つ』</a:t>
            </a:r>
          </a:p>
        </p:txBody>
      </p:sp>
    </p:spTree>
    <p:extLst>
      <p:ext uri="{BB962C8B-B14F-4D97-AF65-F5344CB8AC3E}">
        <p14:creationId xmlns:p14="http://schemas.microsoft.com/office/powerpoint/2010/main" val="800964785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F68E7499-D23E-426F-99F6-1E548469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CA852-3755-478F-965B-C4E580DC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5C1CBBE-582B-4F55-BD2B-6F714D2F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608355D-BC93-4FFC-A2BC-E8C86662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1週目：現状を測り、対象を決める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36A2B955-27D7-4A8C-B46A-C76A8339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Beforeを測らないと、AI導入後の変化を説明できません。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346E8-787A-476D-822D-B552359B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7CCDE-FF04-4F4C-A792-51093ED6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1件にかかる時間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修正・差し戻しの数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担当者が困っている点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最初の対象業務とオーナー</a:t>
            </a:r>
          </a:p>
        </p:txBody>
      </p:sp>
    </p:spTree>
    <p:extLst>
      <p:ext uri="{BB962C8B-B14F-4D97-AF65-F5344CB8AC3E}">
        <p14:creationId xmlns:p14="http://schemas.microsoft.com/office/powerpoint/2010/main" val="1313070067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1CA8F1C9-4E4E-42C8-AED3-A86F2932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196CB6-EC1A-48A5-87EF-E0233CAD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0CD125B-5309-4A68-943F-45FBD832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79D73C5-13D2-40B2-B987-55A87954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2週目：手順とプロンプトを作る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7941225-F321-41AF-93D6-FE3C38C7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担当者の頭の中を、1枚の標準作業書にします。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CFFCA-24CE-4691-944D-0C2B3B9E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F742B-17F5-43B7-977F-40446338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入力例を3つ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プロンプトを1本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確認項目を5つ以内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停止・相談先を1つ</a:t>
            </a:r>
          </a:p>
        </p:txBody>
      </p:sp>
    </p:spTree>
    <p:extLst>
      <p:ext uri="{BB962C8B-B14F-4D97-AF65-F5344CB8AC3E}">
        <p14:creationId xmlns:p14="http://schemas.microsoft.com/office/powerpoint/2010/main" val="682071186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7433D356-932E-417E-9527-59712BBF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CB4831-A9F7-49D5-9391-B0F012B7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B36C086-33BF-4568-A5AF-78D305B8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0E87E72-86CC-41F9-BFE4-55203E04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3週目：10件で、同じ条件を試す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0E6F68FF-D543-4AC2-9F07-F6B00645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都合のよい1件ではなく、代表ケースをまとめて確認します。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72023-F448-499E-8F48-F0B4789C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7D0561-4E02-4057-8385-48259C3F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簡単・通常・例外を混ぜる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人の修正箇所を記録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誤りの種類を分類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合格ラインを見直す</a:t>
            </a:r>
          </a:p>
        </p:txBody>
      </p:sp>
    </p:spTree>
    <p:extLst>
      <p:ext uri="{BB962C8B-B14F-4D97-AF65-F5344CB8AC3E}">
        <p14:creationId xmlns:p14="http://schemas.microsoft.com/office/powerpoint/2010/main" val="239681745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7BFEABC2-E0E3-4452-A0E6-C388D9E2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3B19D3-45FD-4CD4-A79D-E68EC8DD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2FFEF7D-9139-4C06-A001-42668CE3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3673B5F-C784-4595-8182-8916CBCB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4週目：人の確認つきで運用する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179F5B48-2E49-48B4-BB77-761A0266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自動送信ではなく、確認を含む業務として始めます。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CC8DA7-E8FE-4F91-A194-6D628CF6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0C7B9A-A0AE-4992-B4E4-CC86DBB8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AI下書きの置き場所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確認担当と期限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差し戻しの記録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週次レビュー</a:t>
            </a:r>
          </a:p>
        </p:txBody>
      </p:sp>
    </p:spTree>
    <p:extLst>
      <p:ext uri="{BB962C8B-B14F-4D97-AF65-F5344CB8AC3E}">
        <p14:creationId xmlns:p14="http://schemas.microsoft.com/office/powerpoint/2010/main" val="693797151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1C1EC617-5AD1-454C-A1D4-256A04D2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194FD-677C-4C1E-82C4-81FE6B90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9EB4B34-61AB-4842-BF88-73FB98CF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C896180-DC9C-4396-971A-9A55278A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60日目：隣の業務へ広げる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9A66372E-B7E5-4EEE-A960-A5A8E0A8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最初の成功例をコピーし、似ている工程へ展開します。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6AA1E-ACE7-431F-8867-6D365E55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F69E-51A2-4575-BC9C-D4079DFC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同じ入力形式の仕事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同じ確認者が見られる仕事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同じ知識を使う仕事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テンプレを共有して改変</a:t>
            </a:r>
          </a:p>
        </p:txBody>
      </p:sp>
    </p:spTree>
    <p:extLst>
      <p:ext uri="{BB962C8B-B14F-4D97-AF65-F5344CB8AC3E}">
        <p14:creationId xmlns:p14="http://schemas.microsoft.com/office/powerpoint/2010/main" val="1376619497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0BAA9D6A-3800-49B1-8C7E-B8ED014F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7DBD8-AB99-4027-84FC-E24FEEDC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A8D3CD0-D107-44B1-80DB-ED9EE090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F66DE20-7DB0-4F41-B965-8A5C1BBD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90日目：会社の仕組みにする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6595C5F4-5F80-43D3-A8F9-71EDB3BC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使う・測る・直すが、特別なプロジェクトでなく日常になる状態です。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3ED477-4237-4DAF-B85D-F35ADDA3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FCB0A0-6031-4310-94DF-B5680F9A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標準作業書を更新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教育に組み込む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指標を月次報告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次の優先業務を選ぶ</a:t>
            </a:r>
          </a:p>
        </p:txBody>
      </p:sp>
    </p:spTree>
    <p:extLst>
      <p:ext uri="{BB962C8B-B14F-4D97-AF65-F5344CB8AC3E}">
        <p14:creationId xmlns:p14="http://schemas.microsoft.com/office/powerpoint/2010/main" val="1856850731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EC32B861-44AA-4306-B8D7-460E33CD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66511-B39F-4347-93A2-8A47D007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7E02635-D829-47EF-A11E-DC7F7571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741F845-DBAB-42C4-811E-2CDCB1D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役割別の始め方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AFEA965A-A72E-4913-990E-2DAFB110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同じAIでも、職種ごとに最初の1業務は違います。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52F80-5119-4F8D-A05F-08146B41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BA02C-AF67-4428-B994-143785CD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営業：商談後の要点と次アクション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管理：請求・申請の抜け漏れ確認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採用：求人票と候補者情報の整理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経営：会議前の論点整理</a:t>
            </a:r>
          </a:p>
        </p:txBody>
      </p:sp>
    </p:spTree>
    <p:extLst>
      <p:ext uri="{BB962C8B-B14F-4D97-AF65-F5344CB8AC3E}">
        <p14:creationId xmlns:p14="http://schemas.microsoft.com/office/powerpoint/2010/main" val="1771491497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67717800-95A9-4FD5-8A79-792F6F1C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A7BC6-FD50-40AE-8C41-072A794D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2483D66-4BEC-4E17-8F32-E4750D2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0AF7B7-F1ED-4CC2-9FD9-18EE5469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30分の社内トレーニング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92005A5-4E6A-4E15-875C-AD3D6E1B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説明会ではなく、実際の仕事を1つ完成させます。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61506-8F57-423B-A9E4-2AE37FB5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34D933-1ED0-47E0-81F4-CD30BCB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5分：前提と安全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10分：テンプレ入力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10分：出力確認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5分：保存・次回の改善点</a:t>
            </a:r>
          </a:p>
        </p:txBody>
      </p:sp>
    </p:spTree>
    <p:extLst>
      <p:ext uri="{BB962C8B-B14F-4D97-AF65-F5344CB8AC3E}">
        <p14:creationId xmlns:p14="http://schemas.microsoft.com/office/powerpoint/2010/main" val="1749266910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rome">
            <a:extLst xmlns:a="http://schemas.openxmlformats.org/drawingml/2006/main">
              <a:ext uri="{FF2B5EF4-FFF2-40B4-BE49-F238E27FC236}">
                <a16:creationId xmlns:a16="http://schemas.microsoft.com/office/drawing/2014/main" id="{E801DE45-2505-40C9-A6AA-499B05CE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C1872-80CC-4D61-9E4F-4F638899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1F11CB2-FAB0-418F-8D2B-D85B0C4B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99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EB5B17-DF21-4AE2-B886-29199ECF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導入スコアカード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C2934-9761-4EA1-A53E-18995AB4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54827-1AAD-408A-980A-147D0303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6EE7D1"/>
                </a:solidFill>
                <a:latin typeface="Aptos"/>
                <a:ea typeface="Aptos"/>
                <a:cs typeface="Aptos"/>
              </a:rPr>
              <a:t>毎週、5点満点で同じ項目をつけます。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0A22A9-EA0A-43BB-BC10-E243D7E0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時間短縮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17C904-5A00-473E-A5AD-B1274E1A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718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A01A8-3C7F-45E7-99DC-4E7CDAE7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品質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459AB-CC97-4FFD-AA41-43718012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719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19D555-8FE6-4B01-B11B-3D370FC7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利用継続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69742-94F7-4803-805E-B39C79FE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719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F22E0-E37D-4CEC-B8B3-F80E8DBA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安心して使える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479D2-FDE2-446B-8CA9-4C2F3B3C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720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96E9AB-7A5E-4BC0-82B7-5D7BF13A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29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仕組みに残った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4E79E-2A2B-444D-A1E9-B9E1E3F0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20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37063496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1224C524-AA82-4F81-8386-9EC55D20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5F502-81D5-4964-8CAF-8DEE716D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F2E6B9E-4474-40BF-B910-FFA3E419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0D55EB3-8FCE-4658-BCD3-4925923E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経営会議には、数字より判断を持ち込む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772CCD51-D823-4F27-B51E-51351527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『AIを使った』ではなく、『何が変わり、次に何を決めたいか』を共有します。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B13B2-A0E1-4C2C-98DD-C29E3C82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D3DE2-5457-4CB4-9B38-85FA877C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Before / After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良かった点とリスク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継続・停止の判断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次の30日で試す範囲</a:t>
            </a:r>
          </a:p>
        </p:txBody>
      </p:sp>
    </p:spTree>
    <p:extLst>
      <p:ext uri="{BB962C8B-B14F-4D97-AF65-F5344CB8AC3E}">
        <p14:creationId xmlns:p14="http://schemas.microsoft.com/office/powerpoint/2010/main" val="1016206817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rome">
            <a:extLst xmlns:a="http://schemas.openxmlformats.org/drawingml/2006/main">
              <a:ext uri="{FF2B5EF4-FFF2-40B4-BE49-F238E27FC236}">
                <a16:creationId xmlns:a16="http://schemas.microsoft.com/office/drawing/2014/main" id="{DF963B7B-3EDC-440B-A4CF-2D951B1D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9AF0A-5C37-4464-86E8-EEAEDF03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E838B02-726D-4DC6-A9D2-0D7A56F8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2A4E3-09EA-43F3-B7C1-E3BA1E13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80000"/>
              </a:lnSpc>
              <a:buNone/>
              <a:defRPr sz="10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F62B9-DA8F-4B11-9CE7-3E973F5E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14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今日から動く、最後の10枚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206D2-F7F9-41B8-A311-0EB8D810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2F3A60-263F-44D1-A116-B36513BF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600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A8B4C7"/>
                </a:solidFill>
                <a:latin typeface="Aptos"/>
                <a:ea typeface="Aptos"/>
                <a:cs typeface="Aptos"/>
              </a:rPr>
              <a:t>読むだけで終わらせない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EA8512-2B0A-42A4-B280-1FD126CD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149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6EE7D1"/>
                </a:solidFill>
                <a:latin typeface="Aptos"/>
                <a:ea typeface="Aptos"/>
                <a:cs typeface="Aptos"/>
              </a:rPr>
              <a:t>この章で、次の一手を決める</a:t>
            </a:r>
          </a:p>
        </p:txBody>
      </p:sp>
    </p:spTree>
    <p:extLst>
      <p:ext uri="{BB962C8B-B14F-4D97-AF65-F5344CB8AC3E}">
        <p14:creationId xmlns:p14="http://schemas.microsoft.com/office/powerpoint/2010/main" val="1885597137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3E68B06E-5F42-48AA-A5B2-E1E0EFA1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59400-2E2C-421D-80FB-F4C3EB4B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5C0DACD-183E-4314-85DB-76569F8B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5761B3-1A7A-4C7F-AF00-9FD806AA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最初の1時間でやること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8CB0BE01-F190-472D-8BAD-5C97DBC9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大きな計画ではなく、1業務の候補とBeforeの数字を残します。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D3F08E-6DAE-4A2B-9441-2904E59D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E2B4B-6A98-4440-AD90-A7F4AC26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困っている作業を3つ書く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週に何回あるか書く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1件の所要時間を測る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一番安全な候補に丸をつける</a:t>
            </a:r>
          </a:p>
        </p:txBody>
      </p:sp>
    </p:spTree>
    <p:extLst>
      <p:ext uri="{BB962C8B-B14F-4D97-AF65-F5344CB8AC3E}">
        <p14:creationId xmlns:p14="http://schemas.microsoft.com/office/powerpoint/2010/main" val="475201697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rome">
            <a:extLst xmlns:a="http://schemas.openxmlformats.org/drawingml/2006/main">
              <a:ext uri="{FF2B5EF4-FFF2-40B4-BE49-F238E27FC236}">
                <a16:creationId xmlns:a16="http://schemas.microsoft.com/office/drawing/2014/main" id="{804A10CB-B7AA-41B4-B1B6-9AAB2F28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3C390-268F-4A97-9CAA-B25029E6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F741526-30BC-4EA3-B679-37B473B6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3A97588-F92E-4B02-84E2-E95E0F76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現状を1枚で書く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C2B45-6CA7-42A1-8897-F1AE6CAB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F4A9C-BA0F-492C-AA1D-8D659168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6EE7D1"/>
                </a:solidFill>
                <a:latin typeface="Aptos"/>
                <a:ea typeface="Aptos"/>
                <a:cs typeface="Aptos"/>
              </a:rPr>
              <a:t>次の5つを、あなたの業務で埋めます。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D8A61-2AD9-45F3-9688-20E85DB5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今の困りごと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CB5632-04B3-4FE3-B35D-64A1EBF8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718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15420-9479-4A2E-899F-82EDC07F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誰が困っているか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6A8993-A1F1-4AF5-B707-A0EC3024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719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E4CAE5-766D-4816-9619-091D9C0D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何を入力するか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A2F03-D869-4D6A-A760-CB241C05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719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6F38D-F801-41FF-8483-4D848EC4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何が出れば助かるか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036B2-F1E1-4235-A1F7-BB96D16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7200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CBC790-D708-419D-A142-84961B48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29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誰が確認するか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01C43C-0AC4-4054-AD92-F02A9295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72050"/>
            <a:ext cx="7334250" cy="3429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A3A5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12234307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EE02CFB0-6821-44F9-9E63-1FBE8B28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F3813-DF08-4735-83FD-40655FD0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B65723B-B5AD-49B4-9834-69439740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104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5E7161-E454-46F5-9ADB-46DB4E24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最初の1業務を決める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6980C962-F59F-47B9-BAF6-5F673D61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この3条件を満たすものを選びます。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2050D-7EBF-4806-A909-868AF2B2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03C09-4077-46EA-ABB5-9CA8F26F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繰り返しがある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人が確認できる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失敗しても戻せる</a:t>
            </a:r>
          </a:p>
        </p:txBody>
      </p:sp>
    </p:spTree>
    <p:extLst>
      <p:ext uri="{BB962C8B-B14F-4D97-AF65-F5344CB8AC3E}">
        <p14:creationId xmlns:p14="http://schemas.microsoft.com/office/powerpoint/2010/main" val="1903263301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F3A3CA59-44EA-4BA4-95BA-00C6214C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6C5A92-9676-469D-86DA-C8C1D096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7AE23E1C-BBCE-4CF0-9CCF-D98FD62F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105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A376856-843E-43B6-83AC-7638AB85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最初に使うプロンプト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D607EFC8-F6C5-469E-B847-F9F69FA1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まずは回答を求めるのではなく、仕事の整理を求めます。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7D7C4E-B185-46EA-9A25-B411F37A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238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68535-861E-44FA-8557-913A2CB6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E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111AA-F713-47F0-8F33-9678C88A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975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COPY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66B03-D707-4D69-BCC0-C2040F1F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100012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あなたは業務改善の伴走者です。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以下の作業を、入力→手順→判断→出力→確認に分解してください。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AIに任せてよい工程、人が担う工程、注意すべき情報を分けてください。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最後に、明日試せる最小の実験を1つ提案してください。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[作業の説明]</a:t>
            </a:r>
          </a:p>
        </p:txBody>
      </p:sp>
    </p:spTree>
    <p:extLst>
      <p:ext uri="{BB962C8B-B14F-4D97-AF65-F5344CB8AC3E}">
        <p14:creationId xmlns:p14="http://schemas.microsoft.com/office/powerpoint/2010/main" val="2020562573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904593A7-CEEC-443D-BEFE-405EE95F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3D54D7-EDE2-4E79-9706-3B0B4300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02AD710-0A50-4212-852B-EB543205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4525C7D-9A06-4149-84D2-BB4ECB50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出力を、Beforeと比べる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908951D9-45C8-4CFD-AB25-3ED88BCA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『良さそう』ではなく、同じ仕事を同じ条件で比べます。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B0B7A-B5AB-4434-A8A9-EB0A0D44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3F744-A035-44CA-BD7D-8F685942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時間は短くなったか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修正は減ったか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抜け漏れは増えていないか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担当者は続けたいか</a:t>
            </a:r>
          </a:p>
        </p:txBody>
      </p:sp>
    </p:spTree>
    <p:extLst>
      <p:ext uri="{BB962C8B-B14F-4D97-AF65-F5344CB8AC3E}">
        <p14:creationId xmlns:p14="http://schemas.microsoft.com/office/powerpoint/2010/main" val="991408227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AC59EB21-BD8F-4601-8C58-0CAEF861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706A2A-1797-44D4-B441-72F26170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58EEA91-7BAE-4865-B7D4-356CF4A5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107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EADD4C7-DE9D-4BB5-9A89-EF368CC0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使ったら、必ず資産として保存する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F999B6DC-8859-454D-986C-DAEBA518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チャット履歴だけに置かず、次の人が使える形に整えます。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1F6A4-A474-4D48-9C32-E4BD86EE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8E23D-29F6-42ED-8D1E-9C7BAB48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プロンプト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出力例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確認リスト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改善メモ</a:t>
            </a:r>
          </a:p>
        </p:txBody>
      </p:sp>
    </p:spTree>
    <p:extLst>
      <p:ext uri="{BB962C8B-B14F-4D97-AF65-F5344CB8AC3E}">
        <p14:creationId xmlns:p14="http://schemas.microsoft.com/office/powerpoint/2010/main" val="1922455394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90D66DC6-E939-4808-AC6F-378B469D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2EC9E-4F01-437F-B4C7-FB69EE2E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8856C85-A72D-43E3-BD42-77B604E6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E0927C1-1292-4BAA-895C-360922D8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この資料だけで、ここまで自走できる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3E5E9-DD6C-48F1-AEBE-970CF051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048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EE48E-A803-45A4-9A29-1992A955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542925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B2E4A"/>
          </a:solidFill>
          <a:ln xmlns:a="http://schemas.openxmlformats.org/drawingml/2006/main" w="19050">
            <a:solidFill>
              <a:srgbClr val="6EE7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13446-5AAC-45B0-A4F4-BAA903DF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自社で進められる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66EA09-261C-43D5-BD80-B98F16D2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最初の1業務を選ぶ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安全な範囲で試す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プロンプトと手順を作る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30日で効果を測る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6A0F8-0D63-41E3-ABF4-3F2D5D86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00" b="1">
                <a:solidFill>
                  <a:srgbClr val="6EE7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EE7D1"/>
                </a:solidFill>
                <a:latin typeface="Aptos"/>
                <a:ea typeface="Aptos"/>
                <a:cs typeface="Aptos"/>
              </a:rPr>
              <a:t>伴走が効く場面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B0C8D-806F-4754-9054-D65104F0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複数部署をまたぐ設計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データ・権限・連携の整理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経営会議への説明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5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定着と次の優先順位</a:t>
            </a:r>
          </a:p>
        </p:txBody>
      </p:sp>
    </p:spTree>
    <p:extLst>
      <p:ext uri="{BB962C8B-B14F-4D97-AF65-F5344CB8AC3E}">
        <p14:creationId xmlns:p14="http://schemas.microsoft.com/office/powerpoint/2010/main" val="538653650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rome">
            <a:extLst xmlns:a="http://schemas.openxmlformats.org/drawingml/2006/main">
              <a:ext uri="{FF2B5EF4-FFF2-40B4-BE49-F238E27FC236}">
                <a16:creationId xmlns:a16="http://schemas.microsoft.com/office/drawing/2014/main" id="{D6AE7D8D-6866-498C-99F7-EDA1DC8F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01090-EE2C-4C42-A642-671E7F77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28BC0F0-3166-48FC-B374-2A8E8AA5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109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DFE67EC-F754-474B-91FA-FDFCE981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無料顧問1回分で扱うこと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EC6E014D-8F58-43C5-9670-EEFD23E0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無料相談ではなく、今回の面談を『無料顧問1回分』として、あなたの業務に合わせて具体化します。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F6025-E713-4EC5-BFDF-D323F6A9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29527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9525">
            <a:solidFill>
              <a:srgbClr val="2A3A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A7CCD-4F47-4D87-921D-52EEA1D1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最初の1業務を一緒に選ぶ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入力してよい情報を整理する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その場でテンプレを自社向けに直す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800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次の30日の実行順を決める</a:t>
            </a:r>
          </a:p>
        </p:txBody>
      </p:sp>
    </p:spTree>
    <p:extLst>
      <p:ext uri="{BB962C8B-B14F-4D97-AF65-F5344CB8AC3E}">
        <p14:creationId xmlns:p14="http://schemas.microsoft.com/office/powerpoint/2010/main" val="1078383653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hrome">
            <a:extLst xmlns:a="http://schemas.openxmlformats.org/drawingml/2006/main">
              <a:ext uri="{FF2B5EF4-FFF2-40B4-BE49-F238E27FC236}">
                <a16:creationId xmlns:a16="http://schemas.microsoft.com/office/drawing/2014/main" id="{CB955F28-889B-41C9-947F-65841255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F971A-2450-47AF-AC25-206287A2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6F6BBFB-8094-401F-BA5E-99909D55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110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00C4CF6-11FF-439A-B629-1C6EF411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AI活用10大特典を、面談後にお送りします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CCF8399F-3433-4815-AE50-CF14D0C0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面談後、今日の話に合わせて、実務で使える教材とテンプレを送付します。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5A712-E303-4CF9-BF02-A25922B6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72800" cy="3124200"/>
          </a:xfrm>
          <a:prstGeom xmlns:a="http://schemas.openxmlformats.org/drawingml/2006/main" prst="roundRect">
            <a:avLst>
              <a:gd name="adj" fmla="val 7927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F2E79-A6C1-465B-9DCC-CE22431B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AI活用100枚実務ガイド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プロンプト100選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AIエージェント導入ガイド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中小企業AI活用レポート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AIスライド作成ガイド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FFEDD-3031-402D-AF62-2E951272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90850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業務棚卸しシート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エージェント設計キャンバス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30・60・90日ロードマップ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社内AI利用ルール雛形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425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7F9FC"/>
                </a:solidFill>
                <a:latin typeface="Aptos"/>
                <a:ea typeface="Aptos"/>
                <a:cs typeface="Aptos"/>
              </a:rPr>
              <a:t>• 導入スコアカード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22D9B-28B8-45DA-8819-F048B801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673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面談後に、あなたの業務に合わせて送付</a:t>
            </a:r>
          </a:p>
        </p:txBody>
      </p:sp>
    </p:spTree>
    <p:extLst>
      <p:ext uri="{BB962C8B-B14F-4D97-AF65-F5344CB8AC3E}">
        <p14:creationId xmlns:p14="http://schemas.microsoft.com/office/powerpoint/2010/main" val="61293120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0B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hrome">
            <a:extLst xmlns:a="http://schemas.openxmlformats.org/drawingml/2006/main">
              <a:ext uri="{FF2B5EF4-FFF2-40B4-BE49-F238E27FC236}">
                <a16:creationId xmlns:a16="http://schemas.microsoft.com/office/drawing/2014/main" id="{ED2D1353-B51A-4458-810E-64F7A3B3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F7C8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C84B"/>
                </a:solidFill>
                <a:latin typeface="Aptos"/>
                <a:ea typeface="Aptos"/>
                <a:cs typeface="Aptos"/>
              </a:rPr>
              <a:t>AI顧問室  /  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E0E51-21F3-498E-BE7B-5AEAAF91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378675F-BBEC-4881-AC92-A0875FAA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050" b="1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8B4C7"/>
                </a:solidFill>
                <a:latin typeface="Aptos"/>
                <a:ea typeface="Aptos"/>
                <a:cs typeface="Aptos"/>
              </a:rPr>
              <a:t>111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FA50561-9F14-4A5B-A9C2-3BF4E4FE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まずは、無料顧問1回分を使ってください</a:t>
            </a:r>
          </a:p>
        </p:txBody>
      </p:sp>
      <p:sp>
        <p:nvSpPr>
          <p:cNvPr id="5" name="lead">
            <a:extLst xmlns:a="http://schemas.openxmlformats.org/drawingml/2006/main">
              <a:ext uri="{FF2B5EF4-FFF2-40B4-BE49-F238E27FC236}">
                <a16:creationId xmlns:a16="http://schemas.microsoft.com/office/drawing/2014/main" id="{40B147F4-7425-41F7-A350-4D59C04B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5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AIを試す前に、どの仕事から始めるかを一緒に決める。面談後に、今回の内容に合わせた10大特典をお送りします。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8D902D-20E3-413C-996E-A1D54225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72800" cy="3124200"/>
          </a:xfrm>
          <a:prstGeom xmlns:a="http://schemas.openxmlformats.org/drawingml/2006/main" prst="roundRect">
            <a:avLst>
              <a:gd name="adj" fmla="val 7927"/>
            </a:avLst>
          </a:prstGeom>
          <a:solidFill xmlns:a="http://schemas.openxmlformats.org/drawingml/2006/main">
            <a:srgbClr val="122039"/>
          </a:solidFill>
          <a:ln xmlns:a="http://schemas.openxmlformats.org/drawingml/2006/main" w="19050">
            <a:solidFill>
              <a:srgbClr val="F7C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C7DD3-4509-4D9F-8913-A0E5D60F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861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75" b="1">
                <a:solidFill>
                  <a:srgbClr val="F7F9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9FC"/>
                </a:solidFill>
                <a:latin typeface="Aptos"/>
                <a:ea typeface="Aptos"/>
                <a:cs typeface="Aptos"/>
              </a:rPr>
              <a:t>AIを試す前に、どの仕事から始めるかを一緒に決める。面談後に、今回の内容に合わせた10大特典をお送りします。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D096A-7BF4-4D88-886B-BA2E4593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8674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C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1C5ADA-81B2-49F1-BCDC-B0857BD2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720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0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00" b="1">
                <a:solidFill>
                  <a:srgbClr val="17223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238"/>
                </a:solidFill>
                <a:latin typeface="Aptos"/>
                <a:ea typeface="Aptos"/>
                <a:cs typeface="Aptos"/>
              </a:rPr>
              <a:t>無料顧問1回分を申し込む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88277-27EE-49F0-A754-6B90B5E0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>
                <a:solidFill>
                  <a:srgbClr val="A8B4C7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A8B4C7"/>
                </a:solidFill>
                <a:latin typeface="Aptos"/>
                <a:ea typeface="Aptos"/>
                <a:cs typeface="Aptos"/>
              </a:rPr>
              <a:t>AI顧問室｜業務に入るところまで、伴走します。</a:t>
            </a:r>
          </a:p>
        </p:txBody>
      </p:sp>
    </p:spTree>
    <p:extLst>
      <p:ext uri="{BB962C8B-B14F-4D97-AF65-F5344CB8AC3E}">
        <p14:creationId xmlns:p14="http://schemas.microsoft.com/office/powerpoint/2010/main" val="16892175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2026-07-26T12:48:42.4470000Z</dcterms:created>
  <dcterms:modified xsi:type="dcterms:W3CDTF">2026-07-26T12:48:42.4470000Z</dcterms:modified>
</coreProperties>
</file>