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e349f4856c4694" /><Relationship Type="http://schemas.openxmlformats.org/officeDocument/2006/relationships/extended-properties" Target="/docProps/app.xml" Id="R42932e16e3d34b32" /><Relationship Type="http://schemas.openxmlformats.org/officeDocument/2006/relationships/officeDocument" Target="/ppt/presentation.xml" Id="R3dd738b81b394b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e306ba85b94f06"/>
  </p:sldMasterIdLst>
  <p:notesMasterIdLst>
    <p:notesMasterId xmlns:r="http://schemas.openxmlformats.org/officeDocument/2006/relationships" r:id="R057db2406a4a46ec"/>
  </p:notesMasterIdLst>
  <p:sldIdLst>
    <p:sldId xmlns:r="http://schemas.openxmlformats.org/officeDocument/2006/relationships" id="256" r:id="Rd0ea9ea4124c4222"/>
    <p:sldId xmlns:r="http://schemas.openxmlformats.org/officeDocument/2006/relationships" id="257" r:id="R6afb13c1ab7741e5"/>
    <p:sldId xmlns:r="http://schemas.openxmlformats.org/officeDocument/2006/relationships" id="258" r:id="Rac593a3bb14a4ae6"/>
    <p:sldId xmlns:r="http://schemas.openxmlformats.org/officeDocument/2006/relationships" id="259" r:id="R7da942c4f3914a17"/>
    <p:sldId xmlns:r="http://schemas.openxmlformats.org/officeDocument/2006/relationships" id="260" r:id="R6030161e63ae4d34"/>
    <p:sldId xmlns:r="http://schemas.openxmlformats.org/officeDocument/2006/relationships" id="261" r:id="R0d5953d8cedd4d79"/>
    <p:sldId xmlns:r="http://schemas.openxmlformats.org/officeDocument/2006/relationships" id="262" r:id="Re9fc340737884f00"/>
    <p:sldId xmlns:r="http://schemas.openxmlformats.org/officeDocument/2006/relationships" id="263" r:id="R5be9dcec71e34f53"/>
    <p:sldId xmlns:r="http://schemas.openxmlformats.org/officeDocument/2006/relationships" id="264" r:id="R8dabaa38c0934866"/>
    <p:sldId xmlns:r="http://schemas.openxmlformats.org/officeDocument/2006/relationships" id="265" r:id="Rc0d2d9e294eb4a06"/>
    <p:sldId xmlns:r="http://schemas.openxmlformats.org/officeDocument/2006/relationships" id="266" r:id="R11c866bb339649ad"/>
    <p:sldId xmlns:r="http://schemas.openxmlformats.org/officeDocument/2006/relationships" id="267" r:id="R795d9436f1d740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40eb962cc8453c" /><Relationship Type="http://schemas.openxmlformats.org/officeDocument/2006/relationships/slideMaster" Target="/ppt/slideMasters/slideMaster1.xml" Id="R01e306ba85b94f06" /><Relationship Type="http://schemas.openxmlformats.org/officeDocument/2006/relationships/notesMaster" Target="/ppt/notesMasters/notesMaster1.xml" Id="R057db2406a4a46ec" /><Relationship Type="http://schemas.openxmlformats.org/officeDocument/2006/relationships/presProps" Target="/ppt/presProps.xml" Id="R5aaaa87fb5a74f7b" /><Relationship Type="http://schemas.openxmlformats.org/officeDocument/2006/relationships/tableStyles" Target="/ppt/tableStyles.xml" Id="Rfdc9a12fec214b05" /><Relationship Type="http://schemas.openxmlformats.org/officeDocument/2006/relationships/slide" Target="/ppt/slides/slide1.xml" Id="Rd0ea9ea4124c4222" /><Relationship Type="http://schemas.openxmlformats.org/officeDocument/2006/relationships/slide" Target="/ppt/slides/slide2.xml" Id="R6afb13c1ab7741e5" /><Relationship Type="http://schemas.openxmlformats.org/officeDocument/2006/relationships/slide" Target="/ppt/slides/slide3.xml" Id="Rac593a3bb14a4ae6" /><Relationship Type="http://schemas.openxmlformats.org/officeDocument/2006/relationships/slide" Target="/ppt/slides/slide4.xml" Id="R7da942c4f3914a17" /><Relationship Type="http://schemas.openxmlformats.org/officeDocument/2006/relationships/slide" Target="/ppt/slides/slide5.xml" Id="R6030161e63ae4d34" /><Relationship Type="http://schemas.openxmlformats.org/officeDocument/2006/relationships/slide" Target="/ppt/slides/slide6.xml" Id="R0d5953d8cedd4d79" /><Relationship Type="http://schemas.openxmlformats.org/officeDocument/2006/relationships/slide" Target="/ppt/slides/slide7.xml" Id="Re9fc340737884f00" /><Relationship Type="http://schemas.openxmlformats.org/officeDocument/2006/relationships/slide" Target="/ppt/slides/slide8.xml" Id="R5be9dcec71e34f53" /><Relationship Type="http://schemas.openxmlformats.org/officeDocument/2006/relationships/slide" Target="/ppt/slides/slide9.xml" Id="R8dabaa38c0934866" /><Relationship Type="http://schemas.openxmlformats.org/officeDocument/2006/relationships/slide" Target="/ppt/slides/slide10.xml" Id="Rc0d2d9e294eb4a06" /><Relationship Type="http://schemas.openxmlformats.org/officeDocument/2006/relationships/slide" Target="/ppt/slides/slide11.xml" Id="R11c866bb339649ad" /><Relationship Type="http://schemas.openxmlformats.org/officeDocument/2006/relationships/slide" Target="/ppt/slides/slide12.xml" Id="R795d9436f1d740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d6be04c1ed44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62ac83e0e44d5a" /><Relationship Type="http://schemas.openxmlformats.org/officeDocument/2006/relationships/notesMaster" Target="/ppt/notesMasters/notesMaster1.xml" Id="R065251b8fce24e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5dd7bf28e146ff" /><Relationship Type="http://schemas.openxmlformats.org/officeDocument/2006/relationships/notesMaster" Target="/ppt/notesMasters/notesMaster1.xml" Id="R1f3ecfafeb3945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3a60bb95934d14" /><Relationship Type="http://schemas.openxmlformats.org/officeDocument/2006/relationships/notesMaster" Target="/ppt/notesMasters/notesMaster1.xml" Id="R94aac35cb1134a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2becc0cdf74e72" /><Relationship Type="http://schemas.openxmlformats.org/officeDocument/2006/relationships/notesMaster" Target="/ppt/notesMasters/notesMaster1.xml" Id="R489676a7c3224b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e5a818e6f64c8b" /><Relationship Type="http://schemas.openxmlformats.org/officeDocument/2006/relationships/notesMaster" Target="/ppt/notesMasters/notesMaster1.xml" Id="Re3392800b3bd4b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e84abf6c104d80" /><Relationship Type="http://schemas.openxmlformats.org/officeDocument/2006/relationships/notesMaster" Target="/ppt/notesMasters/notesMaster1.xml" Id="Refd8cd57e33f44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a1add840d64c99" /><Relationship Type="http://schemas.openxmlformats.org/officeDocument/2006/relationships/notesMaster" Target="/ppt/notesMasters/notesMaster1.xml" Id="Ref5160c2f27a48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6de0d8459b4ecf" /><Relationship Type="http://schemas.openxmlformats.org/officeDocument/2006/relationships/notesMaster" Target="/ppt/notesMasters/notesMaster1.xml" Id="Raa21aedec0f748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215fced9ec4adf" /><Relationship Type="http://schemas.openxmlformats.org/officeDocument/2006/relationships/notesMaster" Target="/ppt/notesMasters/notesMaster1.xml" Id="R0498c447d8794b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6e601116aa416c" /><Relationship Type="http://schemas.openxmlformats.org/officeDocument/2006/relationships/notesMaster" Target="/ppt/notesMasters/notesMaster1.xml" Id="Rea33686ccaf148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9351881bac4799" /><Relationship Type="http://schemas.openxmlformats.org/officeDocument/2006/relationships/notesMaster" Target="/ppt/notesMasters/notesMaster1.xml" Id="R81f57679c8c24c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6e3931b4914239" /><Relationship Type="http://schemas.openxmlformats.org/officeDocument/2006/relationships/notesMaster" Target="/ppt/notesMasters/notesMaster1.xml" Id="Re3106a57159f46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最初は情報を説明せず、読者の痛みを一文で言い当てます。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読者が自分の資料を診断できるよう、問題を目的・情報量・読者の3点に絞って提示します。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生成速度ではなく、手戻りまで含めたカスタマージャーニー上のコストを見せます。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最悪の未来を、煽りではなく、量産→迷走→手戻りの因果で見せます。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途中で読者自身の状況を点検させ、次の解決策を読みたくなる接続を作ります。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https://www.duarte.com/training/visual-storytelling-training/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最悪の未来の反対側に、読み手が欲しい状態を一枚で提示します。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- https://www.duarte.com/training/visual-storytelling-training/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解決策を一度に広げず、目的・結論・検証の3点に絞って提示します。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制作工程を、作業順ではなく判断順に並べ直しています。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プロンプトを長くするのではなく、意思決定の条件を具体化する例です。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無料相談への価値を、抽象的な相談ではなく、自社資料への移植と具体的な変化として提示します。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https://www.duarte.com/training/visual-storytelling-training/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CTA直前で、相談の中身と具体的な持ち込み物を明確にし、申し込みの心理的負担を下げます。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最後は、無料相談という抽象語ではなく、1回分で何が変わるかを具体化し、今申し込む理由を提示します。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- https://github.com/ningzimu/codex-ppt-skill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8c874d23542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c2bdd3fa974bde" /><Relationship Type="http://schemas.openxmlformats.org/officeDocument/2006/relationships/slideLayout" Target="/ppt/slideLayouts/slideLayout1.xml" Id="R198ce58ba48340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8ce58ba48340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fe817b0c2482b" /><Relationship Type="http://schemas.openxmlformats.org/officeDocument/2006/relationships/image" Target="/ppt/media/image.png" Id="Rc17dafff3df74197" /><Relationship Type="http://schemas.openxmlformats.org/officeDocument/2006/relationships/notesSlide" Target="/ppt/notesSlides/notesSlide1.xml" Id="R0529637b667f41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e8046b86348f8" /><Relationship Type="http://schemas.openxmlformats.org/officeDocument/2006/relationships/notesSlide" Target="/ppt/notesSlides/notesSlide2.xml" Id="R3a455fe50e834f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8c8a0d0464172" /><Relationship Type="http://schemas.openxmlformats.org/officeDocument/2006/relationships/notesSlide" Target="/ppt/notesSlides/notesSlide3.xml" Id="R09722368fdd243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fea1c8b8b45c5" /><Relationship Type="http://schemas.openxmlformats.org/officeDocument/2006/relationships/notesSlide" Target="/ppt/notesSlides/notesSlide4.xml" Id="R0145fbdc599343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1d79dbcaa4623" /><Relationship Type="http://schemas.openxmlformats.org/officeDocument/2006/relationships/notesSlide" Target="/ppt/notesSlides/notesSlide5.xml" Id="Ra3b4d01195ef43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91edc90ed43e9" /><Relationship Type="http://schemas.openxmlformats.org/officeDocument/2006/relationships/image" Target="/ppt/media/image2.png" Id="R9c50697b4cdd4468" /><Relationship Type="http://schemas.openxmlformats.org/officeDocument/2006/relationships/notesSlide" Target="/ppt/notesSlides/notesSlide6.xml" Id="R4c5a29081bea4d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961b855904ef9" /><Relationship Type="http://schemas.openxmlformats.org/officeDocument/2006/relationships/notesSlide" Target="/ppt/notesSlides/notesSlide7.xml" Id="R34fd2eedb0eb48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8b5e5855a4e79" /><Relationship Type="http://schemas.openxmlformats.org/officeDocument/2006/relationships/notesSlide" Target="/ppt/notesSlides/notesSlide8.xml" Id="R3b6f5f7f6e1241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43b80a65b4a95" /><Relationship Type="http://schemas.openxmlformats.org/officeDocument/2006/relationships/notesSlide" Target="/ppt/notesSlides/notesSlide9.xml" Id="Rc50afed0325349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f968b265c41ac" /><Relationship Type="http://schemas.openxmlformats.org/officeDocument/2006/relationships/notesSlide" Target="/ppt/notesSlides/notesSlide10.xml" Id="R8b30a4ed56494c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cc39ed3ed4334" /><Relationship Type="http://schemas.openxmlformats.org/officeDocument/2006/relationships/notesSlide" Target="/ppt/notesSlides/notesSlide11.xml" Id="R4fcf451dcba143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15a9b4d064055" /><Relationship Type="http://schemas.openxmlformats.org/officeDocument/2006/relationships/image" Target="/ppt/media/image3.png" Id="R46b9adb89c28420e" /><Relationship Type="http://schemas.openxmlformats.org/officeDocument/2006/relationships/notesSlide" Target="/ppt/notesSlides/notesSlide12.xml" Id="Rd82724b6ffed48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dafff3df7419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75C77-BB89-47D7-8DE5-6552821F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70F9B-3DF8-4530-BDF4-D506AEA6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422A0-A1EE-4B5A-8255-5BE75579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気づく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90514-5284-4595-AD7C-B923DA1C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72EAA-9B4C-42EF-A931-6DD92F84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8168A-0515-42D7-A2E4-A5F5B15E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508F0-555C-4987-97E3-152B67A4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767FC-AF43-4D96-8A26-D0909185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2015C-2D89-4DE5-8898-44AE15C4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42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AIを使うほど、</a:t>
            </a:r>
          </a:p>
          <a:p xmlns:a="http://schemas.openxmlformats.org/drawingml/2006/main">
            <a:pPr>
              <a:lnSpc>
                <a:spcPct val="96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資料が増える。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94B4D-7047-4B23-A63F-6D003FE4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5D7D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5D7D7"/>
                </a:solidFill>
                <a:latin typeface="Arial"/>
                <a:ea typeface="Arial"/>
                <a:cs typeface="Arial"/>
              </a:rPr>
              <a:t>なのに、会議の判断は進まない。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FB178-945D-433A-B3F6-1872DAA0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033BC-38C1-41E5-AF3F-248B6833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伝わるPowerPointを設計する</a:t>
            </a:r>
          </a:p>
        </p:txBody>
      </p:sp>
    </p:spTree>
    <p:extLst>
      <p:ext uri="{BB962C8B-B14F-4D97-AF65-F5344CB8AC3E}">
        <p14:creationId xmlns:p14="http://schemas.microsoft.com/office/powerpoint/2010/main" val="1674142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FB278-AA2F-4A11-AE3F-22A64E22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DCDD1-AD67-4474-ACDE-20D96AE2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気づく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A9D8F-6C30-4009-99E1-304E2E37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B6AF6-D362-4724-9E9D-A1B29EC3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BECBE-0178-487D-A01F-A40DB246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61214-6B42-4FA8-9FD5-BF1B3523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63C3B-DED3-4112-8CE8-7F30E6A7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19EEE-40F6-4947-980B-D479D7EB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その資料は、誰が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何を決めるためのものですか？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7E2C2-ABAC-4451-83D4-23B6CC90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86C70"/>
                </a:solidFill>
                <a:latin typeface="Arial"/>
                <a:ea typeface="Arial"/>
                <a:cs typeface="Arial"/>
              </a:rPr>
              <a:t>ここが言えない資料は、AIに作らせても迷走します。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2C9F2-B1EE-471B-900E-076B898C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90700"/>
            <a:ext cx="1962150" cy="1962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9B9B2-D95D-464E-87EB-A1E55EC3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406A7-ABA7-4592-BB23-5927D71B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38450"/>
            <a:ext cx="895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86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F85FC-7472-4576-B075-FA4AA68A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57650"/>
            <a:ext cx="142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FC91A-580A-4BA7-BDFF-4B626C7A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719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情報が多い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33A3C-75E4-42A3-9303-678C685C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33800"/>
            <a:ext cx="142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D611F-3E1F-4066-A19A-E42FD60C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481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結論がない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4C13B-CF6A-4CD6-9E7C-53C26439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953000"/>
            <a:ext cx="142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DEE49-5B07-43A7-B60A-9ED7A33E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673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読者が不明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B93CB-3C2F-4FD4-BF32-E892F838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まず、目的を1つに絞る。</a:t>
            </a:r>
          </a:p>
        </p:txBody>
      </p:sp>
    </p:spTree>
    <p:extLst>
      <p:ext uri="{BB962C8B-B14F-4D97-AF65-F5344CB8AC3E}">
        <p14:creationId xmlns:p14="http://schemas.microsoft.com/office/powerpoint/2010/main" val="286310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660B2D-96CE-416B-BD17-BBC4CA03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9C52C-8C5A-40F4-BFCB-4A6A8341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深める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C4E83-3CE2-481B-96A3-119D34C0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75DC6-0622-49C4-B7E0-7AAA0C34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ABEAE-5602-4AA7-8219-8A28C15F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98C8A-C623-43AE-A8C6-897E16C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47E44-D656-43F3-80E7-F6AC8A4F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9C808-7CCC-481E-8B76-3DE79206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905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92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1枚の曖昧さが、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会議全体を長くする。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75B04-0415-419C-BEC3-650BC48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86C70"/>
                </a:solidFill>
                <a:latin typeface="Arial"/>
                <a:ea typeface="Arial"/>
                <a:cs typeface="Arial"/>
              </a:rPr>
              <a:t>作成 → 修正 → 再説明。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86C70"/>
                </a:solidFill>
                <a:latin typeface="Arial"/>
                <a:ea typeface="Arial"/>
                <a:cs typeface="Arial"/>
              </a:rPr>
              <a:t>本来の仕事が、資料の手戻りに置き換わります。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C33BF-1AF9-4464-B0E2-12B20291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BB401-4377-488B-8FEB-2ECDF2B9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984F9-5939-424C-B067-7DF9C94F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90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作る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05652-896D-4CC0-93D0-C8D0D9DF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29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86C70"/>
                </a:solidFill>
                <a:latin typeface="Arial"/>
                <a:ea typeface="Arial"/>
                <a:cs typeface="Arial"/>
              </a:rPr>
              <a:t>AIが初稿を出す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A21F2-C988-4BBE-9F2B-FB0D6623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481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870FA-2AEB-4712-BDFA-8C46D86E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337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557D9-0F7F-49E9-828F-AA4A13FB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1679A-8856-4771-BE00-5535B9F5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90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直す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51DD8-EDE0-434D-957D-0D472EE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29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86C70"/>
                </a:solidFill>
                <a:latin typeface="Arial"/>
                <a:ea typeface="Arial"/>
                <a:cs typeface="Arial"/>
              </a:rPr>
              <a:t>主張が揃わない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67EE0-5CE5-4C1A-BA0D-EE474DAF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481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4C875E-042B-4E88-AD43-F72F83AA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AECD4-F37A-46A5-A484-3A79AA14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5C9756-1000-409A-8EB5-4E1D26EC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909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説明する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8D4BB-A5C5-4B99-98F7-80C20D4B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290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86C70"/>
                </a:solidFill>
                <a:latin typeface="Arial"/>
                <a:ea typeface="Arial"/>
                <a:cs typeface="Arial"/>
              </a:rPr>
              <a:t>会議で戻る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4E802E-D80F-4686-9674-7AA4D114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0977E6-8A6D-4350-8CDE-2B88800C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速く作るだけでは、速く進めない。</a:t>
            </a:r>
          </a:p>
        </p:txBody>
      </p:sp>
    </p:spTree>
    <p:extLst>
      <p:ext uri="{BB962C8B-B14F-4D97-AF65-F5344CB8AC3E}">
        <p14:creationId xmlns:p14="http://schemas.microsoft.com/office/powerpoint/2010/main" val="1331688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32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87D7C-1894-4710-9E9F-35A98D5C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755AC-502D-4D2E-BD0C-2E1F5297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深める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92F73-E406-4FEB-91C8-301E12D0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5702A-6A3A-4843-9E0A-6E7BA2E7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D2A57-B098-4C3A-AD5F-52B69784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52DB8-648B-4794-80F9-F3387FA1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CB768-5810-4DC1-A418-04A1856E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8FA7E-6496-49F4-B39C-356AF1EA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このまま、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“量産できる迷子”になる。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0C75B-6E09-430D-A81E-7D544E7F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0D2D2"/>
                </a:solidFill>
                <a:latin typeface="Arial"/>
                <a:ea typeface="Arial"/>
                <a:cs typeface="Arial"/>
              </a:rPr>
              <a:t>AIが速くするほど、間違った方向への資料だけが増えていく。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C4F03-B37B-4C52-8871-96470036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33550"/>
            <a:ext cx="2781300" cy="3143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4AED6-0CA8-49C6-A318-15376C8F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576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6EBE2-74D0-4AA7-AB06-2DD3D06D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57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手戻り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44379-92D9-4548-8942-24A05060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478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B00C2-43CE-4C4B-811B-ACE8187C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D8CDB-FFFF-4FDE-8B01-6394E277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0B3F4-4B49-42A5-A24D-0352D8F8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0510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706D7-6E76-4A43-AEA7-B185A8F7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81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FEACC-A7A2-48B2-A76E-4148CDE7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81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8B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8B7B"/>
                </a:solidFill>
                <a:latin typeface="Arial"/>
                <a:ea typeface="Arial"/>
                <a:cs typeface="Arial"/>
              </a:rPr>
              <a:t>説明</a:t>
            </a:r>
          </a:p>
        </p:txBody>
      </p:sp>
    </p:spTree>
    <p:extLst>
      <p:ext uri="{BB962C8B-B14F-4D97-AF65-F5344CB8AC3E}">
        <p14:creationId xmlns:p14="http://schemas.microsoft.com/office/powerpoint/2010/main" val="1163654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DB297-60A5-459F-96D7-9CCFEC96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F5224-8606-45D2-A63A-25006439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自分ごと化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DA1F2-06E4-4862-AD7C-5A400E48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978A1-F19B-4ED3-B5D4-B21E689E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064E8-386C-4E3A-B256-CF29D7E6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595CC-355A-4BFC-9FEC-8C0134DB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1130D-E5FA-45E1-9755-658296B7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ED488-7AA7-40FE-A8AA-30D51A4E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74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あなたの資料、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この3つに当てはまりませんか？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A3EC2-17BC-44B6-9232-8BC029ED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86C70"/>
                </a:solidFill>
                <a:latin typeface="Arial"/>
                <a:ea typeface="Arial"/>
                <a:cs typeface="Arial"/>
              </a:rPr>
              <a:t>1つでも当てはまるなら、AI導入の最初の改善点は“作り方”です。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BF146-FDD9-48E5-9AC0-2DA5D114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0F772-CD98-47B0-87DF-48DB2667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57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タイトルを読んでも、結論が分からない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629F3-52B4-46DA-85E6-9D88DD32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YES?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3CB84-CDBA-4723-A62B-26ADA9C1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41D93-6B91-4368-AE78-EAE44214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60D39-F9C3-4A11-A0A5-F3C69990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1枚に、言いたいことが3つ以上ある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E0490-F365-4137-90B2-CBCC4FDC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76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ED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ED7F0"/>
                </a:solidFill>
                <a:latin typeface="Arial"/>
                <a:ea typeface="Arial"/>
                <a:cs typeface="Arial"/>
              </a:rPr>
              <a:t>YES?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A38A4-FC3E-401B-AB67-4A5D352A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193A1-B174-4A23-BC19-BBF5B3E6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91920C-4FC5-4B79-BD55-A187E72D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出典や要確認の数字が、最後に残る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C8E62-1985-40DB-9BD6-615AAD11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95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8B7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8B7B"/>
                </a:solidFill>
                <a:latin typeface="Arial"/>
                <a:ea typeface="Arial"/>
                <a:cs typeface="Arial"/>
              </a:rPr>
              <a:t>YES?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64C3C-6312-4666-BB3D-EFD2FF26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91150"/>
            <a:ext cx="963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06B31-0DDC-4A30-84AB-7BF972D2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読む人の迷いは、作る人の手戻りになる。</a:t>
            </a:r>
          </a:p>
        </p:txBody>
      </p:sp>
    </p:spTree>
    <p:extLst>
      <p:ext uri="{BB962C8B-B14F-4D97-AF65-F5344CB8AC3E}">
        <p14:creationId xmlns:p14="http://schemas.microsoft.com/office/powerpoint/2010/main" val="412625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7784A-F773-4D4B-BD97-AF3C3216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87898-4523-4C3A-8855-9682F189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未来を見せる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0B353-2717-4D4E-8A9E-6A376955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305A2-B593-4271-90B3-D296CE62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E533D-CD90-4343-9057-7ACB372C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25CC7-FA67-48AB-B11B-2B6E2DA4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FE266-E566-4009-ACBC-BD6F1A07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0697b4cdd4468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35074-2430-4118-9F6B-A8377920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9FBD2-EA2B-47DD-BB0C-E9AA2AA7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907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資料ができる。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会議が進む。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F458F-4884-46CB-95A0-52D2AAB6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74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86C70"/>
                </a:solidFill>
                <a:latin typeface="Arial"/>
                <a:ea typeface="Arial"/>
                <a:cs typeface="Arial"/>
              </a:rPr>
              <a:t>AIを使う目的は、スライドを増やすことではない。</a:t>
            </a:r>
          </a:p>
          <a:p xmlns:a="http://schemas.openxmlformats.org/drawingml/2006/main">
            <a:pPr>
              <a:lnSpc>
                <a:spcPct val="110000"/>
              </a:lnSpc>
              <a:buNone/>
              <a:defRPr sz="1575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86C70"/>
                </a:solidFill>
                <a:latin typeface="Arial"/>
                <a:ea typeface="Arial"/>
                <a:cs typeface="Arial"/>
              </a:rPr>
              <a:t>次の判断を、早くすることです。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5540C-66AB-425A-B2D6-7A65C5DC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038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435EF-3AD0-4632-97FA-65D88CB6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ここから、解決策。</a:t>
            </a:r>
          </a:p>
        </p:txBody>
      </p:sp>
    </p:spTree>
    <p:extLst>
      <p:ext uri="{BB962C8B-B14F-4D97-AF65-F5344CB8AC3E}">
        <p14:creationId xmlns:p14="http://schemas.microsoft.com/office/powerpoint/2010/main" val="3943492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3E9ACF-89AF-45BA-B24E-8EF9EA18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AAA82-87B0-41E8-BAE4-C7872264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解決策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EF330-C18E-4D15-B4DF-690B272C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5F398-1DEA-421F-A01C-FB8D2301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18ABA-B455-470B-AEF3-ED81DF1A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5EFEB-8C4B-4D12-BB21-FED5BAF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4FF00-177F-4867-B5AF-7CE13E4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41514-4A1E-47B3-8AC7-D997598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37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AIの前に、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3つだけ決める。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7C24D-2EDC-4847-B19F-78881DEA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D0D2D2"/>
                </a:solidFill>
                <a:latin typeface="Arial"/>
                <a:ea typeface="Arial"/>
                <a:cs typeface="Arial"/>
              </a:rPr>
              <a:t>これが決まると、AIは“作業者”として強くなる。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A3637-4371-4B97-8B2E-80DF446A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CDD5C-5CC1-4AF6-BFC9-7341FCD3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DFC25-0594-4A9E-8DA2-2BEEB550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目的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58E6D-A821-4794-8C4A-35DCCF97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05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0D2D2"/>
                </a:solidFill>
                <a:latin typeface="Arial"/>
                <a:ea typeface="Arial"/>
                <a:cs typeface="Arial"/>
              </a:rPr>
              <a:t>誰に、何を決めてもらうか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31A15-DEDD-41BF-B5FE-7F6F40E7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909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6DCC2-108F-4E8F-9C8D-D5AB6221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76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19240-E371-47D7-BEBB-31D813F0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結論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19C3F-0007-48E2-9012-820D1EA7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05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0D2D2"/>
                </a:solidFill>
                <a:latin typeface="Arial"/>
                <a:ea typeface="Arial"/>
                <a:cs typeface="Arial"/>
              </a:rPr>
              <a:t>1枚ごとに何を言うか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4DA6-1CCC-4459-B6D0-7B19BD1B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FE8C3-B1D3-4FC8-AE16-EEDCF939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1A680-3AED-47B0-B711-D01D63CE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検証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5D28AB-7B9A-4422-8AB0-EABBF55F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052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0D2D2"/>
                </a:solidFill>
                <a:latin typeface="Arial"/>
                <a:ea typeface="Arial"/>
                <a:cs typeface="Arial"/>
              </a:rPr>
              <a:t>何を確認してから出すか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34EAC8-226B-40CD-9020-D08E38A0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先に人が決める。あとからAIに任せる。</a:t>
            </a:r>
          </a:p>
        </p:txBody>
      </p:sp>
    </p:spTree>
    <p:extLst>
      <p:ext uri="{BB962C8B-B14F-4D97-AF65-F5344CB8AC3E}">
        <p14:creationId xmlns:p14="http://schemas.microsoft.com/office/powerpoint/2010/main" val="7127089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F1F165-0AE4-4D92-96CB-1230BE36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97B4F-45A3-49E1-B062-427A0F88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解決策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13816-3391-4E87-9143-DF2D0C7C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6FA64-F0AF-460B-BB21-1C68894F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7DDD0-4EB8-432F-AA26-2DC729AB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BBDD2-8E94-43E4-9630-370FC4EC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5E88F-4A2F-4E9C-AED8-FEED759D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4821F-3928-479B-A32D-E6B7EFD5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66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作る順番を変える。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それだけで、手戻りは減る。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7B1BB-28CB-49F3-ACF3-FBFBD80A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86C70"/>
                </a:solidFill>
                <a:latin typeface="Arial"/>
                <a:ea typeface="Arial"/>
                <a:cs typeface="Arial"/>
              </a:rPr>
              <a:t>スライドを描く前に、判断の道筋を置きます。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8EADB-7011-4DDA-8874-C3DF2DE8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17456-6C03-4678-ABE0-573F52C5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3B9F7-948C-416D-BEC8-54B6A414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Brief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53B98-9896-43FB-A84A-0195F72A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目的・相手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6F137-2D71-489F-B86C-27871D53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C6FE5-F750-49E9-8FA2-FFF08F3E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7670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AF04D-F9F6-48BB-ADCE-757DE0BE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0AA62-2FEB-4F0B-9CD3-29F99B4E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95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Outline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10BF3-2798-45E4-A0BB-BA967C17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結論の順番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2791B-B7C2-4F44-A0A3-E592A1FF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76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7362B-8988-4412-BF8E-3852420A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7665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F9C73C-80C4-4C93-84FA-A75DE8FE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29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64DA27-F8EB-4E57-98E5-262E00F0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AD996-4B38-4BF7-93CF-52C4E512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図解の型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6A957-78B6-41F6-8770-179BED96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3B63DD-48CF-4B33-B98D-70BA8321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B944E-44F0-4C99-B8DC-DD26FF84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4920A7-445A-4F0F-AC5A-3981658A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95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85499B-2566-4DC3-A77A-778F2759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AIで初稿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EC5FB8-2E30-4C14-9EF2-12E472DE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766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ED5DD2-5F4A-4E23-A761-90AA8C5E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76550"/>
            <a:ext cx="1619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01CF3F-81AA-4B7C-B396-DEB421C0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5F37BD-3ABB-4C7F-8288-A508255B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E1023F-A189-4F1D-A6C7-015A89FF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111111"/>
                </a:solidFill>
                <a:latin typeface="Arial"/>
                <a:ea typeface="Arial"/>
                <a:cs typeface="Arial"/>
              </a:rPr>
              <a:t>根拠と表示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80E27A-DEF8-4848-B8C9-C0D35F93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AIに作らせるのは、4番目。</a:t>
            </a:r>
          </a:p>
        </p:txBody>
      </p:sp>
    </p:spTree>
    <p:extLst>
      <p:ext uri="{BB962C8B-B14F-4D97-AF65-F5344CB8AC3E}">
        <p14:creationId xmlns:p14="http://schemas.microsoft.com/office/powerpoint/2010/main" val="721527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FA8F7-1D41-49FE-AD00-9E396ADE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AA4FE-FC7F-4999-8700-FD0037EF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解決策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FCACD-978A-4D93-B03F-B0187335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2E01E-2248-41C7-A92D-6BA114ED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11239-AC16-427F-A579-97AE6B82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21BAE-B88B-4367-AF59-49264F6F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B6FA0-B747-4B54-9672-E5BD1F3E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50C3C-4006-4B1C-98B1-5BC02398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“いい感じに”を、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“この判断をして”に変える。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03451-7474-43C8-AAD2-2154A6C5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86C70"/>
                </a:solidFill>
                <a:latin typeface="Arial"/>
                <a:ea typeface="Arial"/>
                <a:cs typeface="Arial"/>
              </a:rPr>
              <a:t>AIの出力を変えるのは、デザイン指定より先にある一文です。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353D0-B171-4B7A-A8A6-30BAE5E5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000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A84AE-05B8-4E20-9604-1AF2297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8B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8B7B"/>
                </a:solidFill>
                <a:latin typeface="Arial"/>
                <a:ea typeface="Arial"/>
                <a:cs typeface="Arial"/>
              </a:rPr>
              <a:t>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BC408-735B-4D81-8A2B-7AE81082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営業資料を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いい感じにして。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8CC45-B978-4D62-AB82-992AC1B3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719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2E408-A178-4F79-895A-0933355A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5391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43E1B-1939-4F9F-9E3E-0B7C58DD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05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BCFDB-9F31-491C-BC01-3D5850C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経営者が今月の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営業施策を1つ選べる資料にする。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8D70D-B9AD-4E3F-8E01-FD6825C2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対象 / 結論 / 制約 / 確認事項</a:t>
            </a:r>
          </a:p>
        </p:txBody>
      </p:sp>
    </p:spTree>
    <p:extLst>
      <p:ext uri="{BB962C8B-B14F-4D97-AF65-F5344CB8AC3E}">
        <p14:creationId xmlns:p14="http://schemas.microsoft.com/office/powerpoint/2010/main" val="19716344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2072F-FAE4-481E-BA09-7DBAAE6C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65599-5009-4342-81EA-5DC2CF27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自社に移す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8C053-296C-4D55-B098-0770EF13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BF9C2-46A2-4242-BCBC-D6FDE3FB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19EC8-EA96-48C9-808E-E77652BB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AB2F6-AD16-4B86-BC20-9AA942F1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D320C-9FC3-46CA-AFA2-F949BBC8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5439B-550F-48B3-80C6-D589D6AE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04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63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自社の資料に移すと、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まずここが変わる。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1C74B-9B69-48FD-818F-36C0D16A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86C70"/>
                </a:solidFill>
                <a:latin typeface="Arial"/>
                <a:ea typeface="Arial"/>
                <a:cs typeface="Arial"/>
              </a:rPr>
              <a:t>汎用ノウハウを、そのまま配るだけでは終わりません。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E1526-85D0-4C59-BAA3-DA7FC690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C629A-309A-4D36-8C2A-E2CBC240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会議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313AA-F849-4771-A2FE-48B5E65C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33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説明が短くなる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79F77-E6A0-48F3-BB98-9E9507E2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86C70"/>
                </a:solidFill>
                <a:latin typeface="Arial"/>
                <a:ea typeface="Arial"/>
                <a:cs typeface="Arial"/>
              </a:rPr>
              <a:t>結論が先に見える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374AD-E830-4FB4-A272-66057FBE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16B97-34AA-4C5A-B1F2-EDA1CE46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0048C-45E5-4AAD-B30C-E4C6EAC1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提案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35DC1-BAD3-4BE5-A811-F26B2884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7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比較がしやすくなる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BC2AC-83B3-4EBA-9262-0E0EBE0B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86C70"/>
                </a:solidFill>
                <a:latin typeface="Arial"/>
                <a:ea typeface="Arial"/>
                <a:cs typeface="Arial"/>
              </a:rPr>
              <a:t>相手の判断軸が揃う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049CF-98B0-4F65-9D9E-E843D2A7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86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3A20AF-1BCB-463B-B62F-4A5B8254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415A0-2A4D-4066-BCB3-5409CC5F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0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社内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62CA9-2C78-444A-8C4A-87F39E5C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再利用しやすくなる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AE736-817F-4D18-9432-A4DC6159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292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86C70"/>
                </a:solidFill>
                <a:latin typeface="Arial"/>
                <a:ea typeface="Arial"/>
                <a:cs typeface="Arial"/>
              </a:rPr>
              <a:t>型がチームに残る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7FEB1-38D5-44C5-A891-D8F29B47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24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249BF-BA09-496C-B381-2F467C88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だから、最後に必要なのは“自社向けの設計”です。</a:t>
            </a:r>
          </a:p>
        </p:txBody>
      </p:sp>
    </p:spTree>
    <p:extLst>
      <p:ext uri="{BB962C8B-B14F-4D97-AF65-F5344CB8AC3E}">
        <p14:creationId xmlns:p14="http://schemas.microsoft.com/office/powerpoint/2010/main" val="2061002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92A4F-6AFC-46F4-BD89-C8593F5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875EE-88D6-4777-9BF5-42F009C9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申し込む理由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B2CF2-C9C0-4653-9871-A32CB67F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5A8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5A8A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0DD5A-D267-4ED9-9557-00DB4590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50E35-A725-4D16-85DF-BD264970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A7A2F-A132-4996-B03F-84FA7A9A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4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04E1A-E0BA-4310-AE42-0202F868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48517-8943-4DA3-9A52-0EC0EF4C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66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37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自社で詰まる場所は、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会社ごとに違う。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BD241-061D-45E6-90AE-496B416E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D0D2D2"/>
                </a:solidFill>
                <a:latin typeface="Arial"/>
                <a:ea typeface="Arial"/>
                <a:cs typeface="Arial"/>
              </a:rPr>
              <a:t>だから、まず1本の資料を持ってきてください。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D5B60-1340-421B-9C35-EF9E450A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1554E-3F14-4C20-BA4C-BAB86099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B8033-D71F-4F46-8C5C-D04C7439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資料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4768C-95C5-477A-971F-75AE04FD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0D2D2"/>
                </a:solidFill>
                <a:latin typeface="Arial"/>
                <a:ea typeface="Arial"/>
                <a:cs typeface="Arial"/>
              </a:rPr>
              <a:t>何を残し、何を捨てるか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633E3-BB47-411B-9FAD-343EE4DC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67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626DD-B0F7-4A68-BD4D-3FA28D01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766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DDE28-63C4-4588-9AD0-ABE55054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86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業務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20E2B-A224-4ACE-817E-A7B855F9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05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0D2D2"/>
                </a:solidFill>
                <a:latin typeface="Arial"/>
                <a:ea typeface="Arial"/>
                <a:cs typeface="Arial"/>
              </a:rPr>
              <a:t>どこまでAIに任せるか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7BFEF-392D-48C8-9206-BFFA260D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67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6807F1-FA92-436E-AA1B-79FDD256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766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73F21-94D7-498A-9A5E-E3E362E8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86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9B48C6-F800-4803-B895-48656FD7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0D2D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0D2D2"/>
                </a:solidFill>
                <a:latin typeface="Arial"/>
                <a:ea typeface="Arial"/>
                <a:cs typeface="Arial"/>
              </a:rPr>
              <a:t>誰が確認し、使い続けるか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2FAD6-4E28-47E7-BB5A-348D3A08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BDB974-DFAA-4C1E-A8FA-DCA71EB5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D8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D84D"/>
                </a:solidFill>
                <a:latin typeface="Arial"/>
                <a:ea typeface="Arial"/>
                <a:cs typeface="Arial"/>
              </a:rPr>
              <a:t>面談で、あなたの“最初の一歩”を決める。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5717000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8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9adb89c28420e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74E60-2AD6-428B-BA61-5649286E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090F1-0C73-4F3E-8AEC-CE9520B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2D750-B257-4710-8D4D-D73E880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52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申し込む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B7EB2-B2AD-4CEB-B6DE-63262F18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C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86C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26615-1C9C-42C1-A00A-192BEDA2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8F7BB-B026-4D4F-BAC0-8E229698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7AB07-A777-4144-921A-30321363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9724F-D04D-47F1-A24E-697A73C2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438900"/>
            <a:ext cx="152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C1486-36DD-4826-8FC0-95C552A2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無料顧問1回分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89197-A8B9-4E3F-B388-C7752D68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あなたの資料1本を、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使える形に整える。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090BD-AD93-4969-9ACF-CC995F0F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面談で扱うこと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38FD4-4ADF-41AE-8B33-A28C928D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41697-B5FB-47AF-8FCC-8622E646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37E50-2AC5-4C91-8A77-07A0DF94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目的と読者を決める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2AEE8-EC7A-4FEA-8F40-F71FDF3C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53686-56F1-4F37-87C0-487DEE9E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4F58D-42D5-4B3F-B72C-AC89EC64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最初の構成をつくる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5957C-0D04-47A3-9FB3-6F99F8C7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BAF32-FF6A-421B-85ED-D9FC17F5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D7B87-DCE6-478A-ACC8-BC54D899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次の一手を決める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05F90D-E149-4742-9D10-4173358B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3810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8ADB8-799E-43F1-9088-06F30F82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245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無料顧問1回分を受ける</a:t>
            </a:r>
          </a:p>
        </p:txBody>
      </p:sp>
    </p:spTree>
    <p:extLst>
      <p:ext uri="{BB962C8B-B14F-4D97-AF65-F5344CB8AC3E}">
        <p14:creationId xmlns:p14="http://schemas.microsoft.com/office/powerpoint/2010/main" val="2037026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2026-07-28T11:22:23.4030000Z</dcterms:created>
  <dcterms:modified xsi:type="dcterms:W3CDTF">2026-07-28T11:22:23.4030000Z</dcterms:modified>
</coreProperties>
</file>