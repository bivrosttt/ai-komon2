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758213aaf3409e" /><Relationship Type="http://schemas.openxmlformats.org/officeDocument/2006/relationships/extended-properties" Target="/docProps/app.xml" Id="R88f1c66f42a74d7d" /><Relationship Type="http://schemas.openxmlformats.org/officeDocument/2006/relationships/officeDocument" Target="/ppt/presentation.xml" Id="R3a79ced78655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68562fe674925"/>
  </p:sldMasterIdLst>
  <p:notesMasterIdLst>
    <p:notesMasterId xmlns:r="http://schemas.openxmlformats.org/officeDocument/2006/relationships" r:id="Ra417f33e3e6742ed"/>
  </p:notesMasterIdLst>
  <p:sldIdLst>
    <p:sldId xmlns:r="http://schemas.openxmlformats.org/officeDocument/2006/relationships" id="256" r:id="R3cb2076f8b40402b"/>
    <p:sldId xmlns:r="http://schemas.openxmlformats.org/officeDocument/2006/relationships" id="257" r:id="Ra176b4ddabd84e38"/>
    <p:sldId xmlns:r="http://schemas.openxmlformats.org/officeDocument/2006/relationships" id="258" r:id="Rd96a3bdd07804a80"/>
    <p:sldId xmlns:r="http://schemas.openxmlformats.org/officeDocument/2006/relationships" id="259" r:id="Rcd671e6c29e54f7f"/>
    <p:sldId xmlns:r="http://schemas.openxmlformats.org/officeDocument/2006/relationships" id="260" r:id="R2d2679fcc1854f8a"/>
    <p:sldId xmlns:r="http://schemas.openxmlformats.org/officeDocument/2006/relationships" id="261" r:id="R13ca5c1b24184323"/>
    <p:sldId xmlns:r="http://schemas.openxmlformats.org/officeDocument/2006/relationships" id="262" r:id="R399fd34bd84443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583ec76c04ede" /><Relationship Type="http://schemas.openxmlformats.org/officeDocument/2006/relationships/slideMaster" Target="/ppt/slideMasters/slideMaster1.xml" Id="Rd9268562fe674925" /><Relationship Type="http://schemas.openxmlformats.org/officeDocument/2006/relationships/notesMaster" Target="/ppt/notesMasters/notesMaster1.xml" Id="Ra417f33e3e6742ed" /><Relationship Type="http://schemas.openxmlformats.org/officeDocument/2006/relationships/presProps" Target="/ppt/presProps.xml" Id="R374b68cb0b3e416e" /><Relationship Type="http://schemas.openxmlformats.org/officeDocument/2006/relationships/tableStyles" Target="/ppt/tableStyles.xml" Id="Rf686f07b27794a7d" /><Relationship Type="http://schemas.openxmlformats.org/officeDocument/2006/relationships/slide" Target="/ppt/slides/slide1.xml" Id="R3cb2076f8b40402b" /><Relationship Type="http://schemas.openxmlformats.org/officeDocument/2006/relationships/slide" Target="/ppt/slides/slide2.xml" Id="Ra176b4ddabd84e38" /><Relationship Type="http://schemas.openxmlformats.org/officeDocument/2006/relationships/slide" Target="/ppt/slides/slide3.xml" Id="Rd96a3bdd07804a80" /><Relationship Type="http://schemas.openxmlformats.org/officeDocument/2006/relationships/slide" Target="/ppt/slides/slide4.xml" Id="Rcd671e6c29e54f7f" /><Relationship Type="http://schemas.openxmlformats.org/officeDocument/2006/relationships/slide" Target="/ppt/slides/slide5.xml" Id="R2d2679fcc1854f8a" /><Relationship Type="http://schemas.openxmlformats.org/officeDocument/2006/relationships/slide" Target="/ppt/slides/slide6.xml" Id="R13ca5c1b24184323" /><Relationship Type="http://schemas.openxmlformats.org/officeDocument/2006/relationships/slide" Target="/ppt/slides/slide7.xml" Id="R399fd34bd84443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3ee5a10ac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94a4b892fd419c" /><Relationship Type="http://schemas.openxmlformats.org/officeDocument/2006/relationships/notesMaster" Target="/ppt/notesMasters/notesMaster1.xml" Id="R8ca6ae035609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95d36ebb843a2" /><Relationship Type="http://schemas.openxmlformats.org/officeDocument/2006/relationships/notesMaster" Target="/ppt/notesMasters/notesMaster1.xml" Id="Rf8364803db214d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36132b74a54222" /><Relationship Type="http://schemas.openxmlformats.org/officeDocument/2006/relationships/notesMaster" Target="/ppt/notesMasters/notesMaster1.xml" Id="R5d651d9c8c9c43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989c5a70d4734" /><Relationship Type="http://schemas.openxmlformats.org/officeDocument/2006/relationships/notesMaster" Target="/ppt/notesMasters/notesMaster1.xml" Id="R4f2fc788a44449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57c970b674a2e" /><Relationship Type="http://schemas.openxmlformats.org/officeDocument/2006/relationships/notesMaster" Target="/ppt/notesMasters/notesMaster1.xml" Id="Rdaecf80edec5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50afa3e694916" /><Relationship Type="http://schemas.openxmlformats.org/officeDocument/2006/relationships/notesMaster" Target="/ppt/notesMasters/notesMaster1.xml" Id="Rc52a5924c4f0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da860c8c22494f" /><Relationship Type="http://schemas.openxmlformats.org/officeDocument/2006/relationships/notesMaster" Target="/ppt/notesMasters/notesMaster1.xml" Id="Rc4d59e5b796940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表紙は大見出しと短い補足だけ。装飾を増やさず、最初の一枚で対象読者と約束を伝える。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参考画像の構図をテンプレート化。左右の比較、中央の単純な矢印、下部の結論だけで成立させる。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主張を大きく、補足を少なく。複雑な図解の代わりに、余白と文字のサイズ差で焦点をつくる。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左右2カラムは問題と解決策の対比に限定する。カード内の情報量を増やさない。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工程を3つに単純化。矢印は一方向に一つだけ置き、読者の視線を迷わせない。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画像枠はあくまで置き場所。画像と文字の役割を分離し、背景画像に依存した読みにくいレイアウトを避ける。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CTAは教材の価値を下げず、次の一歩として置く。黒いカードは一つだけ。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AI顧問室のテンプレート設計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39972e504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e0fa219b16444b" /><Relationship Type="http://schemas.openxmlformats.org/officeDocument/2006/relationships/slideLayout" Target="/ppt/slideLayouts/slideLayout1.xml" Id="Rd5dcacc9cdc4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dcacc9cdc4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62a27b12c4e46" /><Relationship Type="http://schemas.openxmlformats.org/officeDocument/2006/relationships/notesSlide" Target="/ppt/notesSlides/notesSlide1.xml" Id="Rc1c3be0d6a954d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42973f9748fe" /><Relationship Type="http://schemas.openxmlformats.org/officeDocument/2006/relationships/notesSlide" Target="/ppt/notesSlides/notesSlide2.xml" Id="Rd6325e08e07540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0d56753c944b4" /><Relationship Type="http://schemas.openxmlformats.org/officeDocument/2006/relationships/notesSlide" Target="/ppt/notesSlides/notesSlide3.xml" Id="Re51bc49c34944b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9a20fc7264280" /><Relationship Type="http://schemas.openxmlformats.org/officeDocument/2006/relationships/notesSlide" Target="/ppt/notesSlides/notesSlide4.xml" Id="R8258a3e9519d45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b6e894ba45e6" /><Relationship Type="http://schemas.openxmlformats.org/officeDocument/2006/relationships/notesSlide" Target="/ppt/notesSlides/notesSlide5.xml" Id="R9eec851091d8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74fdc2c824f45" /><Relationship Type="http://schemas.openxmlformats.org/officeDocument/2006/relationships/notesSlide" Target="/ppt/notesSlides/notesSlide6.xml" Id="R757d6cd2e3754a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834b0a3f04e57" /><Relationship Type="http://schemas.openxmlformats.org/officeDocument/2006/relationships/notesSlide" Target="/ppt/notesSlides/notesSlide7.xml" Id="Rd72f89b6c0f34c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1995B-E645-49C6-9A5F-EEE60236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378A6-021E-4FC5-A4BD-2506F43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COVER</a:t>
            </a:r>
          </a:p>
        </p:txBody>
      </p:sp>
      <p:sp>
        <p:nvSpPr>
          <p:cNvPr id="3" name="fixed-page-number-1">
            <a:extLst xmlns:a="http://schemas.openxmlformats.org/drawingml/2006/main">
              <a:ext uri="{FF2B5EF4-FFF2-40B4-BE49-F238E27FC236}">
                <a16:creationId xmlns:a16="http://schemas.microsoft.com/office/drawing/2014/main" id="{503B1E4D-867F-4738-88D6-74603CE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17C7D-73CF-4C5E-9EEF-E34D837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352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rPr>
              <a:t>実務テンプレート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1A998-FE06-448D-9EAF-50BFAA9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733550"/>
            <a:ext cx="609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これだけでOK。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AIでクオリティの高い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スライドを作る方法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96E5-1FB5-440D-9EBA-CC96530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2672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社長・決裁者が判断できる資料を、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シンプルな構図でつくる。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7A23D-D625-46A8-8F49-B3FA1037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391150"/>
            <a:ext cx="1524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2788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FFB14-33A4-45CE-AEB0-90659C8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A6E7A-B6A0-4617-A9AB-AB309C8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VAGUE VS SPECIFIC</a:t>
            </a:r>
          </a:p>
        </p:txBody>
      </p:sp>
      <p:sp>
        <p:nvSpPr>
          <p:cNvPr id="3" name="fixed-page-number-2">
            <a:extLst xmlns:a="http://schemas.openxmlformats.org/drawingml/2006/main">
              <a:ext uri="{FF2B5EF4-FFF2-40B4-BE49-F238E27FC236}">
                <a16:creationId xmlns:a16="http://schemas.microsoft.com/office/drawing/2014/main" id="{C0C7B96E-0B9A-42D0-A25B-1C8C1F1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EC93-3EC8-448E-A467-4FFA005C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667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曖昧な依頼では、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どれだけ良いプロンプトでも資料がぶれる。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2DDBA-B6AB-4E70-BB0B-CE79600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3241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rPr>
              <a:t>VAGUE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DF47A-DD57-4C8E-9D02-8D21BD9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724150"/>
            <a:ext cx="42291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18DDD-8D25-4502-BF7D-7CBAE974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333750"/>
            <a:ext cx="377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経営者向けに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AIの提案資料を作る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EA40E-A322-4726-8C73-994EFE9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45529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rPr>
              <a:t>読者も、決定も、場面も曖昧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37AC-1972-4789-AFE9-F40D812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3629025"/>
            <a:ext cx="1104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F0601-61CE-4666-8D96-F2CB2939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24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rPr>
              <a:t>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9F171-BBD2-49C3-BF54-886A684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724150"/>
            <a:ext cx="43815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09E84-2B70-4164-990A-6D7B8F8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3333750"/>
            <a:ext cx="3924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従業員30〜100名の経営者が、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問い合わせ対応で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2週間の試験導入を承認する提案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D4D7D-C260-40A7-B3D2-C81B88CC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5529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rPr>
              <a:t>判断条件が具体的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CB03C-ADBE-42EC-BCB2-873FF4D9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59055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具体化するのは文章量ではなく、判断条件。</a:t>
            </a:r>
          </a:p>
        </p:txBody>
      </p:sp>
    </p:spTree>
    <p:extLst>
      <p:ext uri="{BB962C8B-B14F-4D97-AF65-F5344CB8AC3E}">
        <p14:creationId xmlns:p14="http://schemas.microsoft.com/office/powerpoint/2010/main" val="279007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A5702-7CE8-4F41-BB73-1ACF4E5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47AB8-7556-4C1E-B6EA-FB033BD1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ONE CLAIM</a:t>
            </a:r>
          </a:p>
        </p:txBody>
      </p:sp>
      <p:sp>
        <p:nvSpPr>
          <p:cNvPr id="3" name="fixed-page-number-3">
            <a:extLst xmlns:a="http://schemas.openxmlformats.org/drawingml/2006/main">
              <a:ext uri="{FF2B5EF4-FFF2-40B4-BE49-F238E27FC236}">
                <a16:creationId xmlns:a16="http://schemas.microsoft.com/office/drawing/2014/main" id="{77ABD9B9-8E7C-4F97-891B-A82A5F6D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83E0-49EB-4D7B-B513-EEB496E4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85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1枚に1つの主張だけを置く。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73B18-2D74-4EB4-BFB3-C3556B7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24100"/>
            <a:ext cx="609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AIに作らせる前に、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このページで何を決めてほしいかを書く。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F869C-D58F-448C-800A-AC3B8E7F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8145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932CD-6D10-4122-9A82-E0C95AFE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267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rPr>
              <a:t>主張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CC1D0-103F-4F16-B31C-4880A28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572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次回、担当部署で2週間の検証を始める。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D2EE3-079A-42A3-BB4B-E83F77C4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324100"/>
            <a:ext cx="31432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46EBD-0F6E-407F-8FFD-D56B03B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8003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余白を残す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＝読み手の視線を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主張に集める</a:t>
            </a:r>
          </a:p>
        </p:txBody>
      </p:sp>
    </p:spTree>
    <p:extLst>
      <p:ext uri="{BB962C8B-B14F-4D97-AF65-F5344CB8AC3E}">
        <p14:creationId xmlns:p14="http://schemas.microsoft.com/office/powerpoint/2010/main" val="1475469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AB788-D4E1-4687-8DC5-CAEFE97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8F0D5-B1CE-4453-A6E5-3F5777F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TWO COLUMNS</a:t>
            </a:r>
          </a:p>
        </p:txBody>
      </p:sp>
      <p:sp>
        <p:nvSpPr>
          <p:cNvPr id="3" name="fixed-page-number-4">
            <a:extLst xmlns:a="http://schemas.openxmlformats.org/drawingml/2006/main">
              <a:ext uri="{FF2B5EF4-FFF2-40B4-BE49-F238E27FC236}">
                <a16:creationId xmlns:a16="http://schemas.microsoft.com/office/drawing/2014/main" id="{0856C440-7865-4E01-B145-1730966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BDD7C-2A97-4C9F-9620-52DF50D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85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問題と解決策を、左右に分けて見せる。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B31A4-0DE4-4BE0-8711-B5169B5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152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rPr>
              <a:t>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15A0C-A012-4849-A3C9-395CA18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552700"/>
            <a:ext cx="4381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9E8"/>
          </a:solidFill>
          <a:ln xmlns:a="http://schemas.openxmlformats.org/drawingml/2006/main" w="9525">
            <a:solidFill>
              <a:srgbClr val="FCE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56F41-7365-480D-9276-19030313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3162300"/>
            <a:ext cx="3771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資料は完成しているのに、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会議の判断が進まない。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ED497-3D6F-49A7-8C08-7DEF4E9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152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rPr>
              <a:t>解決策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60D95-8903-4679-8ED8-55835FC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552700"/>
            <a:ext cx="4381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BB984-29C3-45E8-9518-8B1D96A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162300"/>
            <a:ext cx="3771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決めることを先に固定し、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1枚1主張で資料をつくる。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6609B-2194-4B05-80FE-877DE88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59055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色は左右の役割を伝えるためだけに使う。</a:t>
            </a:r>
          </a:p>
        </p:txBody>
      </p:sp>
    </p:spTree>
    <p:extLst>
      <p:ext uri="{BB962C8B-B14F-4D97-AF65-F5344CB8AC3E}">
        <p14:creationId xmlns:p14="http://schemas.microsoft.com/office/powerpoint/2010/main" val="1610058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43722-976D-4DB0-BD99-01291FB7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D4626-55F0-415A-8121-992FC48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THREE STEPS</a:t>
            </a:r>
          </a:p>
        </p:txBody>
      </p:sp>
      <p:sp>
        <p:nvSpPr>
          <p:cNvPr id="3" name="fixed-page-number-5">
            <a:extLst xmlns:a="http://schemas.openxmlformats.org/drawingml/2006/main">
              <a:ext uri="{FF2B5EF4-FFF2-40B4-BE49-F238E27FC236}">
                <a16:creationId xmlns:a16="http://schemas.microsoft.com/office/drawing/2014/main" id="{EEEBFB97-59A0-43B6-BA1D-0965D1E5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32FCC-B724-4D4B-B0B1-CCCCBF8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85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作業は3段階に分ける。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63FAC-AF22-495E-914F-2C51D74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00300"/>
            <a:ext cx="28575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09774-3B3C-4FB0-9898-216B03E1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628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458D7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F8B0-73C0-486A-B54D-80C1A1D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決める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F9FBD-2C72-40FD-8A2F-31AB52A9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790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読者・決定・根拠を固定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8E1A8-2249-40E2-B807-EACCE9E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2385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83D9-E253-4447-8B9B-E74E874C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400300"/>
            <a:ext cx="28575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6B646-83BC-4D2B-AE86-47F9ECC2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628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C43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5C43F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65612-EE68-410C-A081-768204AB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並べる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6FFC1-4537-43A3-AB57-1AEADC7E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790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タイトルだけで流れを作る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DDDE6-49D1-4148-B03F-2B9BABA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32385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3F269-0B81-4487-B8FE-05EBD56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400300"/>
            <a:ext cx="28575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B6C81-5208-4A53-A292-56B1BFC7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2628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EF3D3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76B5B-8E65-4402-8F2F-59865FE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整える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F4B5A-F557-4C7E-826D-4A69424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790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本文・見せ方・QAを行う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52398-8925-4E88-8940-3CD0BA3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56388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先に構図を決めると、AIに任せる範囲が明確になる。</a:t>
            </a:r>
          </a:p>
        </p:txBody>
      </p:sp>
    </p:spTree>
    <p:extLst>
      <p:ext uri="{BB962C8B-B14F-4D97-AF65-F5344CB8AC3E}">
        <p14:creationId xmlns:p14="http://schemas.microsoft.com/office/powerpoint/2010/main" val="1339076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A27B9-B00D-4157-A83C-9389C2F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FAA69-7EF2-4558-8AB3-90EC8876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IMAGE + MESSAGE</a:t>
            </a:r>
          </a:p>
        </p:txBody>
      </p:sp>
      <p:sp>
        <p:nvSpPr>
          <p:cNvPr id="3" name="fixed-page-number-6">
            <a:extLst xmlns:a="http://schemas.openxmlformats.org/drawingml/2006/main">
              <a:ext uri="{FF2B5EF4-FFF2-40B4-BE49-F238E27FC236}">
                <a16:creationId xmlns:a16="http://schemas.microsoft.com/office/drawing/2014/main" id="{CA489152-17BE-405E-87F0-75169DB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DEEAC-E858-4CE6-83ED-5799E7A8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8580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画像は雰囲気ではなく、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主張を理解する舞台として置く。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2957E-7976-4093-8C08-C1293BC8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495550"/>
            <a:ext cx="59245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0324-D07A-41BB-964B-0EBE9BAA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333750"/>
            <a:ext cx="5086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IMAGE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ここに背景写真を置く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40632-1244-4C01-BCBD-354E8114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8575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写真の上に長文を直接置かない。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白い前景カードに主張を置く。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B5B34-4190-433A-8892-9DC6CC6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4438650"/>
            <a:ext cx="2857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8738D-E78C-4263-BF2D-34C7ACE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6291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文字の居場所を先につくる</a:t>
            </a:r>
          </a:p>
        </p:txBody>
      </p:sp>
    </p:spTree>
    <p:extLst>
      <p:ext uri="{BB962C8B-B14F-4D97-AF65-F5344CB8AC3E}">
        <p14:creationId xmlns:p14="http://schemas.microsoft.com/office/powerpoint/2010/main" val="834768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1880B-D7B7-4885-8D78-D7B5E9A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33350"/>
            <a:ext cx="11734800" cy="6591300"/>
          </a:xfrm>
          <a:prstGeom xmlns:a="http://schemas.openxmlformats.org/drawingml/2006/main" prst="roundRect">
            <a:avLst>
              <a:gd name="adj" fmla="val 2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E753-D26A-40EC-8F95-3234DF12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TEMPLATE / CTA</a:t>
            </a:r>
          </a:p>
        </p:txBody>
      </p:sp>
      <p:sp>
        <p:nvSpPr>
          <p:cNvPr id="3" name="fixed-page-number-7">
            <a:extLst xmlns:a="http://schemas.openxmlformats.org/drawingml/2006/main">
              <a:ext uri="{FF2B5EF4-FFF2-40B4-BE49-F238E27FC236}">
                <a16:creationId xmlns:a16="http://schemas.microsoft.com/office/drawing/2014/main" id="{046C452B-0A50-47CA-99E7-E07A1A0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500E-6C8B-4567-9E41-3072FF1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685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まず1本、自社資料で試す。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AA8B8-C02A-4B9E-B9AB-4826BD98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9240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6A6E75"/>
                </a:solidFill>
                <a:latin typeface="Hiragino Kaku Gothic ProN"/>
                <a:ea typeface="Hiragino Kaku Gothic ProN"/>
                <a:cs typeface="Hiragino Kaku Gothic ProN"/>
              </a:rPr>
              <a:t>教材だけで進められる方は、そのまま実践してください。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70B76-A17F-4C94-86BA-D5E3339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4AF4E-D1BE-45A5-8D0F-C4C0EFB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8B779-3737-49EC-A5CC-45D3018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8003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自社資料を1本選ぶ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6AC2-0C55-4F34-8DE8-514EA2B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67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28C0B-4888-46FA-BC18-C0CE50F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67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52DB4-66A9-40A2-ABD2-D3C5A01D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4861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決めることを1つ書く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99D7D-6820-4E0E-8F13-C19E7F3B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152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1E956-D36C-42B9-8A17-423BC26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26038-9970-4BE8-967A-169D393D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1枚だけ作り直す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17C59-4C03-4D70-9B47-731E3E7F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47650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BB058-7B15-4194-946F-3CF46AE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29146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6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無料顧問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6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1回分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E1241-A0EA-496C-A15E-0235658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9814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5D7DC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D5D7DC"/>
                </a:solidFill>
                <a:latin typeface="Hiragino Kaku Gothic ProN"/>
                <a:ea typeface="Hiragino Kaku Gothic ProN"/>
                <a:cs typeface="Hiragino Kaku Gothic ProN"/>
              </a:rPr>
              <a:t>自社資料を持ち込み、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5D7DC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D5D7DC"/>
                </a:solidFill>
                <a:latin typeface="Hiragino Kaku Gothic ProN"/>
                <a:ea typeface="Hiragino Kaku Gothic ProN"/>
                <a:cs typeface="Hiragino Kaku Gothic ProN"/>
              </a:rPr>
              <a:t>迷う工程だけ一緒に整理する</a:t>
            </a:r>
          </a:p>
        </p:txBody>
      </p:sp>
    </p:spTree>
    <p:extLst>
      <p:ext uri="{BB962C8B-B14F-4D97-AF65-F5344CB8AC3E}">
        <p14:creationId xmlns:p14="http://schemas.microsoft.com/office/powerpoint/2010/main" val="1324416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2026-07-30T12:25:57.6870000Z</dcterms:created>
  <dcterms:modified xsi:type="dcterms:W3CDTF">2026-07-30T12:25:57.6880000Z</dcterms:modified>
</coreProperties>
</file>