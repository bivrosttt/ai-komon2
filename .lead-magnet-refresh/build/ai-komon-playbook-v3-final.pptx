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86c284d70f451b" /><Relationship Type="http://schemas.openxmlformats.org/officeDocument/2006/relationships/extended-properties" Target="/docProps/app.xml" Id="R075e9dc7e4044d4e" /><Relationship Type="http://schemas.openxmlformats.org/officeDocument/2006/relationships/officeDocument" Target="/ppt/presentation.xml" Id="R2e9bae5bff2a4b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32a728ea0d44ba"/>
  </p:sldMasterIdLst>
  <p:notesMasterIdLst>
    <p:notesMasterId xmlns:r="http://schemas.openxmlformats.org/officeDocument/2006/relationships" r:id="Rbf467215eb914a49"/>
  </p:notesMasterIdLst>
  <p:sldIdLst>
    <p:sldId xmlns:r="http://schemas.openxmlformats.org/officeDocument/2006/relationships" id="256" r:id="R2092e714ade543c4"/>
    <p:sldId xmlns:r="http://schemas.openxmlformats.org/officeDocument/2006/relationships" id="257" r:id="R69168e62ed15440f"/>
    <p:sldId xmlns:r="http://schemas.openxmlformats.org/officeDocument/2006/relationships" id="258" r:id="Raa3efbea6e444428"/>
    <p:sldId xmlns:r="http://schemas.openxmlformats.org/officeDocument/2006/relationships" id="259" r:id="Rf4e338c92e7c4df3"/>
    <p:sldId xmlns:r="http://schemas.openxmlformats.org/officeDocument/2006/relationships" id="260" r:id="Rb39e692ffe8644d3"/>
    <p:sldId xmlns:r="http://schemas.openxmlformats.org/officeDocument/2006/relationships" id="261" r:id="R7dcb49b1d5ea4e0e"/>
    <p:sldId xmlns:r="http://schemas.openxmlformats.org/officeDocument/2006/relationships" id="262" r:id="R899bb69bba47458b"/>
    <p:sldId xmlns:r="http://schemas.openxmlformats.org/officeDocument/2006/relationships" id="263" r:id="R0555ab51bc7e4ae6"/>
    <p:sldId xmlns:r="http://schemas.openxmlformats.org/officeDocument/2006/relationships" id="264" r:id="Rbe964940f66640c1"/>
    <p:sldId xmlns:r="http://schemas.openxmlformats.org/officeDocument/2006/relationships" id="265" r:id="Rc358a4597ce34081"/>
    <p:sldId xmlns:r="http://schemas.openxmlformats.org/officeDocument/2006/relationships" id="266" r:id="R032d82dd73d34848"/>
    <p:sldId xmlns:r="http://schemas.openxmlformats.org/officeDocument/2006/relationships" id="267" r:id="R47adb7e36dcb4d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a6e41c6fef448f" /><Relationship Type="http://schemas.openxmlformats.org/officeDocument/2006/relationships/slideMaster" Target="/ppt/slideMasters/slideMaster1.xml" Id="Ra532a728ea0d44ba" /><Relationship Type="http://schemas.openxmlformats.org/officeDocument/2006/relationships/notesMaster" Target="/ppt/notesMasters/notesMaster1.xml" Id="Rbf467215eb914a49" /><Relationship Type="http://schemas.openxmlformats.org/officeDocument/2006/relationships/presProps" Target="/ppt/presProps.xml" Id="R32ce073fdffc4bf2" /><Relationship Type="http://schemas.openxmlformats.org/officeDocument/2006/relationships/tableStyles" Target="/ppt/tableStyles.xml" Id="R27026a19d94144d6" /><Relationship Type="http://schemas.openxmlformats.org/officeDocument/2006/relationships/slide" Target="/ppt/slides/slide1.xml" Id="R2092e714ade543c4" /><Relationship Type="http://schemas.openxmlformats.org/officeDocument/2006/relationships/slide" Target="/ppt/slides/slide2.xml" Id="R69168e62ed15440f" /><Relationship Type="http://schemas.openxmlformats.org/officeDocument/2006/relationships/slide" Target="/ppt/slides/slide3.xml" Id="Raa3efbea6e444428" /><Relationship Type="http://schemas.openxmlformats.org/officeDocument/2006/relationships/slide" Target="/ppt/slides/slide4.xml" Id="Rf4e338c92e7c4df3" /><Relationship Type="http://schemas.openxmlformats.org/officeDocument/2006/relationships/slide" Target="/ppt/slides/slide5.xml" Id="Rb39e692ffe8644d3" /><Relationship Type="http://schemas.openxmlformats.org/officeDocument/2006/relationships/slide" Target="/ppt/slides/slide6.xml" Id="R7dcb49b1d5ea4e0e" /><Relationship Type="http://schemas.openxmlformats.org/officeDocument/2006/relationships/slide" Target="/ppt/slides/slide7.xml" Id="R899bb69bba47458b" /><Relationship Type="http://schemas.openxmlformats.org/officeDocument/2006/relationships/slide" Target="/ppt/slides/slide8.xml" Id="R0555ab51bc7e4ae6" /><Relationship Type="http://schemas.openxmlformats.org/officeDocument/2006/relationships/slide" Target="/ppt/slides/slide9.xml" Id="Rbe964940f66640c1" /><Relationship Type="http://schemas.openxmlformats.org/officeDocument/2006/relationships/slide" Target="/ppt/slides/slide10.xml" Id="Rc358a4597ce34081" /><Relationship Type="http://schemas.openxmlformats.org/officeDocument/2006/relationships/slide" Target="/ppt/slides/slide11.xml" Id="R032d82dd73d34848" /><Relationship Type="http://schemas.openxmlformats.org/officeDocument/2006/relationships/slide" Target="/ppt/slides/slide12.xml" Id="R47adb7e36dcb4d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2ea59c8aae4b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c128b1d8a54c47" /><Relationship Type="http://schemas.openxmlformats.org/officeDocument/2006/relationships/notesMaster" Target="/ppt/notesMasters/notesMaster1.xml" Id="R62c0ff407b8b49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c5f4220b974e33" /><Relationship Type="http://schemas.openxmlformats.org/officeDocument/2006/relationships/notesMaster" Target="/ppt/notesMasters/notesMaster1.xml" Id="Rf15faceb4fb148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0731477b21405b" /><Relationship Type="http://schemas.openxmlformats.org/officeDocument/2006/relationships/notesMaster" Target="/ppt/notesMasters/notesMaster1.xml" Id="R2f8ebdfbcb924f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2b01adc46a4b71" /><Relationship Type="http://schemas.openxmlformats.org/officeDocument/2006/relationships/notesMaster" Target="/ppt/notesMasters/notesMaster1.xml" Id="R7b3a5f90399547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42c332658f4552" /><Relationship Type="http://schemas.openxmlformats.org/officeDocument/2006/relationships/notesMaster" Target="/ppt/notesMasters/notesMaster1.xml" Id="Rb1fbaa60aa0e40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b3d0fe40b040e7" /><Relationship Type="http://schemas.openxmlformats.org/officeDocument/2006/relationships/notesMaster" Target="/ppt/notesMasters/notesMaster1.xml" Id="R508beb681c7e40e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1c7be99671488f" /><Relationship Type="http://schemas.openxmlformats.org/officeDocument/2006/relationships/notesMaster" Target="/ppt/notesMasters/notesMaster1.xml" Id="R01efea4eef4b4d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a1ad0fda5e4bf7" /><Relationship Type="http://schemas.openxmlformats.org/officeDocument/2006/relationships/notesMaster" Target="/ppt/notesMasters/notesMaster1.xml" Id="Rcc5e9c73176f4fa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fbb0cf258074fd9" /><Relationship Type="http://schemas.openxmlformats.org/officeDocument/2006/relationships/notesMaster" Target="/ppt/notesMasters/notesMaster1.xml" Id="R46340f2bb4c94d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480d3d13d143f7" /><Relationship Type="http://schemas.openxmlformats.org/officeDocument/2006/relationships/notesMaster" Target="/ppt/notesMasters/notesMaster1.xml" Id="Reb25a376fe5d413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854ee7f8dc74bd9" /><Relationship Type="http://schemas.openxmlformats.org/officeDocument/2006/relationships/notesMaster" Target="/ppt/notesMasters/notesMaster1.xml" Id="Ra64ada0ffaf744c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873f9000de441fa" /><Relationship Type="http://schemas.openxmlformats.org/officeDocument/2006/relationships/notesMaster" Target="/ppt/notesMasters/notesMaster1.xml" Id="Rf3b8fabcabdf43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最初は情報を説明せず、読者の痛みを一文で言い当てます。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image generation via OpenAI image tool, 2026-07-28</a:t>
            </a:r>
          </a:p>
          <a:p xmlns:a="http://schemas.openxmlformats.org/drawingml/2006/main">
            <a:r>
              <a:t>- https://github.com/ningzimu/codex-ppt-skill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読者が自分の資料を診断できるよう、問題を目的・情報量・読者の3点に絞って提示します。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https://github.com/tristan-mcinnis/pptx-from-layouts-skill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生成速度ではなく、手戻りまで含めたカスタマージャーニー上のコストを見せます。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https://github.com/ningzimu/codex-ppt-skill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最悪の未来を、煽りではなく、量産→迷走→手戻りの因果で見せます。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https://github.com/ningzimu/codex-ppt-skill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途中で読者自身の状況を点検させ、次の解決策を読みたくなる接続を作ります。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https://www.duarte.com/training/visual-storytelling-training/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最悪の未来の反対側に、読み手が欲しい状態を一枚で提示します。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image generation via OpenAI image tool, 2026-07-28</a:t>
            </a:r>
          </a:p>
          <a:p xmlns:a="http://schemas.openxmlformats.org/drawingml/2006/main">
            <a:r>
              <a:t>- https://www.duarte.com/training/visual-storytelling-training/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解決策を一度に広げず、目的・結論・検証の3点に絞って提示します。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https://github.com/ningzimu/codex-ppt-skill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制作工程を、作業順ではなく判断順に並べ直しています。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https://github.com/tristan-mcinnis/pptx-from-layouts-skill</a:t>
            </a:r>
          </a:p>
          <a:p xmlns:a="http://schemas.openxmlformats.org/drawingml/2006/main">
            <a:r>
              <a:t>- https://github.com/ningzimu/codex-ppt-skill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プロンプトを長くするのではなく、意思決定の条件を具体化する例です。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無料相談への価値を、抽象的な相談ではなく、自社資料への移植と具体的な変化として提示します。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https://www.duarte.com/training/visual-storytelling-training/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CTA直前で、相談の中身と具体的な持ち込み物を明確にし、申し込みの心理的負担を下げます。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https://github.com/ningzimu/codex-ppt-skill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最後は、無料相談という抽象語ではなく、1回分で何が変わるかを具体化し、今申し込む理由を提示します。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image generation via OpenAI image tool, 2026-07-28</a:t>
            </a:r>
          </a:p>
          <a:p xmlns:a="http://schemas.openxmlformats.org/drawingml/2006/main">
            <a:r>
              <a:t>- https://github.com/ningzimu/codex-ppt-skill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549d6e8b274c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aa667761a44e2e" /><Relationship Type="http://schemas.openxmlformats.org/officeDocument/2006/relationships/slideLayout" Target="/ppt/slideLayouts/slideLayout1.xml" Id="Rcef9478b09e74d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f9478b09e74d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5ca121a75c4556" /><Relationship Type="http://schemas.openxmlformats.org/officeDocument/2006/relationships/image" Target="/ppt/media/image.png" Id="Redbed35992e14109" /><Relationship Type="http://schemas.openxmlformats.org/officeDocument/2006/relationships/notesSlide" Target="/ppt/notesSlides/notesSlide1.xml" Id="R6965cd5919de42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216f718f0414a" /><Relationship Type="http://schemas.openxmlformats.org/officeDocument/2006/relationships/notesSlide" Target="/ppt/notesSlides/notesSlide2.xml" Id="R99e059869d7a45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657b3bb1a4e6b" /><Relationship Type="http://schemas.openxmlformats.org/officeDocument/2006/relationships/notesSlide" Target="/ppt/notesSlides/notesSlide3.xml" Id="Rfef1fe2300e74b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eb32800eb04386" /><Relationship Type="http://schemas.openxmlformats.org/officeDocument/2006/relationships/notesSlide" Target="/ppt/notesSlides/notesSlide4.xml" Id="Rc233e50fd80a4d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82b1be35a44379" /><Relationship Type="http://schemas.openxmlformats.org/officeDocument/2006/relationships/notesSlide" Target="/ppt/notesSlides/notesSlide5.xml" Id="Rc5ad287df3c049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bf9675df24c75" /><Relationship Type="http://schemas.openxmlformats.org/officeDocument/2006/relationships/image" Target="/ppt/media/image2.png" Id="R22ef9c8ba4f0455a" /><Relationship Type="http://schemas.openxmlformats.org/officeDocument/2006/relationships/notesSlide" Target="/ppt/notesSlides/notesSlide6.xml" Id="R268efc6d86df40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4c2ed69c749ea" /><Relationship Type="http://schemas.openxmlformats.org/officeDocument/2006/relationships/notesSlide" Target="/ppt/notesSlides/notesSlide7.xml" Id="Rb03c8f47bc184a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c1535350c24ff5" /><Relationship Type="http://schemas.openxmlformats.org/officeDocument/2006/relationships/notesSlide" Target="/ppt/notesSlides/notesSlide8.xml" Id="R1ebe604ffe9e440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a0ebb7600d40c1" /><Relationship Type="http://schemas.openxmlformats.org/officeDocument/2006/relationships/notesSlide" Target="/ppt/notesSlides/notesSlide9.xml" Id="R453c1fe93db24be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31d9e153c34499" /><Relationship Type="http://schemas.openxmlformats.org/officeDocument/2006/relationships/notesSlide" Target="/ppt/notesSlides/notesSlide10.xml" Id="R553570636baf402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5810e5a53d4034" /><Relationship Type="http://schemas.openxmlformats.org/officeDocument/2006/relationships/notesSlide" Target="/ppt/notesSlides/notesSlide11.xml" Id="Rf464e2947ad74cc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48385e147942ab" /><Relationship Type="http://schemas.openxmlformats.org/officeDocument/2006/relationships/image" Target="/ppt/media/image3.png" Id="R4fd68e54a1ba4dcd" /><Relationship Type="http://schemas.openxmlformats.org/officeDocument/2006/relationships/notesSlide" Target="/ppt/notesSlides/notesSlide12.xml" Id="R1b377de11eca42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bed35992e1410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011758-9F54-4159-9819-3A0D87C2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D49027-9735-4580-B519-DFEA37A5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AI顧問室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AFAA08-9492-49E1-A68F-98E8762D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52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5A8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5A8A8"/>
                </a:solidFill>
                <a:latin typeface="Arial"/>
                <a:ea typeface="Arial"/>
                <a:cs typeface="Arial"/>
              </a:rPr>
              <a:t>気づく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916D78-D7DC-4965-A681-FC8E0593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5A8A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5A8A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FEB34F-5B10-4423-851D-CBB514AC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EABAF1-F06B-4B24-83B5-D48C1D97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D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95A41A-B797-419B-BFDE-9E75F980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D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9AD8F1-E327-4992-AF4C-29A6D298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D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D602AD-53F9-4557-AC90-C2E87B97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429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AIを使うほど、</a:t>
            </a:r>
          </a:p>
          <a:p xmlns:a="http://schemas.openxmlformats.org/drawingml/2006/main">
            <a:pPr>
              <a:lnSpc>
                <a:spcPct val="96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資料が増える。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F5DFB0-903D-4D9F-A6C4-FC416691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D5D7D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D5D7D7"/>
                </a:solidFill>
                <a:latin typeface="Arial"/>
                <a:ea typeface="Arial"/>
                <a:cs typeface="Arial"/>
              </a:rPr>
              <a:t>なのに、会議の判断は進まない。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4962EF-F88E-489D-97B2-3AB90FFB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209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DE4EF9-0FFC-41FD-9DE7-1A40C151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4D84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D84D"/>
                </a:solidFill>
                <a:latin typeface="Arial"/>
                <a:ea typeface="Arial"/>
                <a:cs typeface="Arial"/>
              </a:rPr>
              <a:t>伝わるPowerPointを設計する</a:t>
            </a:r>
          </a:p>
        </p:txBody>
      </p:sp>
    </p:spTree>
    <p:extLst>
      <p:ext uri="{BB962C8B-B14F-4D97-AF65-F5344CB8AC3E}">
        <p14:creationId xmlns:p14="http://schemas.microsoft.com/office/powerpoint/2010/main" val="14932359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191A98-B675-444D-AC09-876D37D3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2134D-174E-4359-851C-795D9497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52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86C70"/>
                </a:solidFill>
                <a:latin typeface="Arial"/>
                <a:ea typeface="Arial"/>
                <a:cs typeface="Arial"/>
              </a:rPr>
              <a:t>気づく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739F25-1D25-4179-A621-4A6E88E4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86C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7CBE68-7C28-45F0-BCFF-E44A2A27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0010AE-EA51-46A8-92A7-FDDEFF7A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589794-F0DA-4A0B-A8AE-E4A94B13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A08886-03E1-4E2D-BCA6-E1D3195A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DE80CA-6D28-4D5F-9128-1AB57952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34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その資料は、誰が</a:t>
            </a:r>
          </a:p>
          <a:p xmlns:a="http://schemas.openxmlformats.org/drawingml/2006/main">
            <a:pPr>
              <a:lnSpc>
                <a:spcPct val="98000"/>
              </a:lnSpc>
              <a:buNone/>
              <a:defRPr sz="34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何を決めるためのものですか？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972BFB-D1C5-4218-98E1-D07BD891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86C70"/>
                </a:solidFill>
                <a:latin typeface="Arial"/>
                <a:ea typeface="Arial"/>
                <a:cs typeface="Arial"/>
              </a:rPr>
              <a:t>ここが言えない資料は、AIに作らせても迷走します。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2578F4-066F-432B-B96C-CFBFFC41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90700"/>
            <a:ext cx="1962150" cy="1962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071C3B-0F39-49A5-93AE-E7E76EA8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6220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目的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A3CE06-6D55-4B31-9BF7-D39AEABB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838450"/>
            <a:ext cx="895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086"/>
          </a:bodyPr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D2BF81-8D0C-45C8-AB1C-B3694EB1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057650"/>
            <a:ext cx="1428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8ED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3738B8-30E1-4C32-9019-C704D6F9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17195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情報が多い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814153-826C-46A7-AB37-71ECB7DF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33800"/>
            <a:ext cx="1428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8B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39609C-ADC1-4375-9CD1-0FAE94AD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84810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結論がない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634708-DDE7-4731-BC6D-FDD48764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953000"/>
            <a:ext cx="1428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8ED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9F098D-3444-4F2A-B73F-96B7FF63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06730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読者が不明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DD6167-F6F2-4FBB-A652-0B04157F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まず、目的を1つに絞る。</a:t>
            </a:r>
          </a:p>
        </p:txBody>
      </p:sp>
    </p:spTree>
    <p:extLst>
      <p:ext uri="{BB962C8B-B14F-4D97-AF65-F5344CB8AC3E}">
        <p14:creationId xmlns:p14="http://schemas.microsoft.com/office/powerpoint/2010/main" val="4689141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D7936F-0C63-4517-952D-FEA1791C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E2759C-7F87-4193-AF06-38EB5358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52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86C70"/>
                </a:solidFill>
                <a:latin typeface="Arial"/>
                <a:ea typeface="Arial"/>
                <a:cs typeface="Arial"/>
              </a:rPr>
              <a:t>深める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61AF3F-F3D9-41D3-AF8D-14538E11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86C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FE3313-F745-4EF9-A8D7-118BBF14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EE8ABA-E4EA-406F-8DBD-08BA4266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438900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EA34A4-166B-429C-A4B7-3FA7FCDE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8D303F-0295-4D0C-8344-37758530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6C0AB3-4AF1-4751-9889-9C38F290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5905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892"/>
          </a:bodyPr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1枚の曖昧さが、</a:t>
            </a:r>
          </a:p>
          <a:p xmlns:a="http://schemas.openxmlformats.org/drawingml/2006/main">
            <a:pPr>
              <a:lnSpc>
                <a:spcPct val="98000"/>
              </a:lnSpc>
              <a:buNone/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会議全体を長くする。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7B5FA0-666C-4A00-88FF-0AD28ECA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86C70"/>
                </a:solidFill>
                <a:latin typeface="Arial"/>
                <a:ea typeface="Arial"/>
                <a:cs typeface="Arial"/>
              </a:rPr>
              <a:t>作成 → 修正 → 再説明。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86C70"/>
                </a:solidFill>
                <a:latin typeface="Arial"/>
                <a:ea typeface="Arial"/>
                <a:cs typeface="Arial"/>
              </a:rPr>
              <a:t>本来の仕事が、資料の手戻りに置き換わります。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FE7C20-740A-48BB-BC53-4730E394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3F834C-CA31-4CD8-A8D1-A196F443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242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F9F657-0B76-4FD8-AED7-E21A7898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3909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作る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2DE2F6-6EF0-40F1-B359-C910106E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8290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86C70"/>
                </a:solidFill>
                <a:latin typeface="Arial"/>
                <a:ea typeface="Arial"/>
                <a:cs typeface="Arial"/>
              </a:rPr>
              <a:t>AIが初稿を出す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D961CD-D883-4D9E-866F-E81D8737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84810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302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686C7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DE76B6-1C2E-4359-8677-3EFBEF01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3375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B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D0B090-F4F7-4BEE-95A7-43CD19AE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242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2E7F76-59C9-4328-B49D-91AD7CB6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909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直す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D7F8BB-30F3-4AC4-B61F-EF7A743D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290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86C70"/>
                </a:solidFill>
                <a:latin typeface="Arial"/>
                <a:ea typeface="Arial"/>
                <a:cs typeface="Arial"/>
              </a:rPr>
              <a:t>主張が揃わない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5AA3E9-2E44-4EF8-A55F-F4E99BF8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84810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302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686C7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B33E35-0D26-456C-AFBE-4A41957B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3375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6E4703-4E78-4E3A-932C-14941787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242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48BA4D-9775-4962-85B9-41E46E30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909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説明する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18F951-DBED-4E37-9ACD-AEA2C81B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8290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86C70"/>
                </a:solidFill>
                <a:latin typeface="Arial"/>
                <a:ea typeface="Arial"/>
                <a:cs typeface="Arial"/>
              </a:rPr>
              <a:t>会議で戻る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39952D-864F-4BC9-928F-AE1B051D5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97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6048D2-AEC8-48A3-A6E1-B9FBE396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674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速く作るだけでは、速く進めない。</a:t>
            </a:r>
          </a:p>
        </p:txBody>
      </p:sp>
    </p:spTree>
    <p:extLst>
      <p:ext uri="{BB962C8B-B14F-4D97-AF65-F5344CB8AC3E}">
        <p14:creationId xmlns:p14="http://schemas.microsoft.com/office/powerpoint/2010/main" val="7948082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32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E1D760-73D8-4555-BCFA-A130C8C7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16A993-0B35-4725-B153-AF59D72C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52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5A8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5A8A8"/>
                </a:solidFill>
                <a:latin typeface="Arial"/>
                <a:ea typeface="Arial"/>
                <a:cs typeface="Arial"/>
              </a:rPr>
              <a:t>深める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DEC03C-F08E-4FE7-B54F-A424EEC1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5A8A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5A8A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9C05E7-51E0-4FA3-92B6-C8A60E54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D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20132-9907-440C-9BFE-424292F3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438900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C0536F-648F-4F44-A6B1-A21CC423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D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0ECD27-9A9C-488A-8A3B-7249E47E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D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C1B0FF-EEC8-40BE-A3E6-7D655086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09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このまま、</a:t>
            </a:r>
          </a:p>
          <a:p xmlns:a="http://schemas.openxmlformats.org/drawingml/2006/main">
            <a:pPr>
              <a:lnSpc>
                <a:spcPct val="98000"/>
              </a:lnSpc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“量産できる迷子”になる。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BD0551-B65D-4A80-8BD9-FA5075BF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D0D2D2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D0D2D2"/>
                </a:solidFill>
                <a:latin typeface="Arial"/>
                <a:ea typeface="Arial"/>
                <a:cs typeface="Arial"/>
              </a:rPr>
              <a:t>AIが速くするほど、間違った方向への資料だけが増えていく。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D6D36A-333D-4815-A1C6-5E19788B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33550"/>
            <a:ext cx="2781300" cy="3143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E33211-100E-43B8-89DD-333D9757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5765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B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289A51-E490-4E69-A31B-1D186A07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4577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手戻り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BC4D19-1A27-4E0B-94F4-C4AE82DA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447800"/>
            <a:ext cx="74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C32D7A-FCBF-4D4F-A839-B0D95CC0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66900"/>
            <a:ext cx="74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D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D944FA-392A-44A6-9DEA-F8C5C4C9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86000"/>
            <a:ext cx="74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BC08F9-C97D-4DE0-8628-FF9CE045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705100"/>
            <a:ext cx="74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D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C1330C-BE91-43CB-B290-1D23DE99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581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D8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D84D"/>
                </a:solidFill>
                <a:latin typeface="Arial"/>
                <a:ea typeface="Arial"/>
                <a:cs typeface="Arial"/>
              </a:rPr>
              <a:t>生成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4F5A89-87A9-4209-B983-3F323FC8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581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8B7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8B7B"/>
                </a:solidFill>
                <a:latin typeface="Arial"/>
                <a:ea typeface="Arial"/>
                <a:cs typeface="Arial"/>
              </a:rPr>
              <a:t>説明</a:t>
            </a:r>
          </a:p>
        </p:txBody>
      </p:sp>
    </p:spTree>
    <p:extLst>
      <p:ext uri="{BB962C8B-B14F-4D97-AF65-F5344CB8AC3E}">
        <p14:creationId xmlns:p14="http://schemas.microsoft.com/office/powerpoint/2010/main" val="10220216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C7BE22-2399-488D-9B1D-F3576816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93B2A7-A483-4E96-8FAE-082E78BC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52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86C70"/>
                </a:solidFill>
                <a:latin typeface="Arial"/>
                <a:ea typeface="Arial"/>
                <a:cs typeface="Arial"/>
              </a:rPr>
              <a:t>自分ごと化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54052B-B3B4-4181-A975-AA872A89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86C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A37265-D178-4C56-AF8F-9F1C7F18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7B9A51-5358-4AD9-9461-8BABF741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438900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B8942D-67CA-4834-9B9D-53C8882B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B591A9-8580-4472-98E7-7CA6241C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69ADC7-7D7B-44FA-9940-17C721E4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7239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974"/>
          </a:bodyPr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34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あなたの資料、</a:t>
            </a:r>
          </a:p>
          <a:p xmlns:a="http://schemas.openxmlformats.org/drawingml/2006/main">
            <a:pPr>
              <a:lnSpc>
                <a:spcPct val="98000"/>
              </a:lnSpc>
              <a:buNone/>
              <a:defRPr sz="34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この3つに当てはまりませんか？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F159C2-E825-4710-9633-23BA9F1D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86C70"/>
                </a:solidFill>
                <a:latin typeface="Arial"/>
                <a:ea typeface="Arial"/>
                <a:cs typeface="Arial"/>
              </a:rPr>
              <a:t>1つでも当てはまるなら、AI導入の最初の改善点は“作り方”です。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BF37E5-4068-4AF2-B57C-29A6C541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939EB3-6D81-40CF-AAFB-B1B87920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575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タイトルを読んでも、結論が分からない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A8FF85-A9BA-462B-A941-B887929D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57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4D8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D84D"/>
                </a:solidFill>
                <a:latin typeface="Arial"/>
                <a:ea typeface="Arial"/>
                <a:cs typeface="Arial"/>
              </a:rPr>
              <a:t>YES?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00AC07-0C25-4827-8D27-67E82054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52850"/>
            <a:ext cx="963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8E3A8F-3FA1-4CB9-9907-5915308E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D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E3BC3E-5A9B-4439-850A-8D205912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767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1枚に、言いたいことが3つ以上ある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C2FDFD-8699-4146-85E2-CC4D16E1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767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8ED7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ED7F0"/>
                </a:solidFill>
                <a:latin typeface="Arial"/>
                <a:ea typeface="Arial"/>
                <a:cs typeface="Arial"/>
              </a:rPr>
              <a:t>YES?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C17073-1864-42BA-9ABD-4D61136F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72000"/>
            <a:ext cx="963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2B7041-ECA0-4C4E-BA84-36A0D3B9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B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AA4862-2374-4A56-BEC8-EDCDF3E8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958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出典や要確認の数字が、最後に残る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081916-5F7E-4F41-B2B1-9A426029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958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8B7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8B7B"/>
                </a:solidFill>
                <a:latin typeface="Arial"/>
                <a:ea typeface="Arial"/>
                <a:cs typeface="Arial"/>
              </a:rPr>
              <a:t>YES?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0CE264-003B-414E-A879-C7A56B39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91150"/>
            <a:ext cx="963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30283C-651C-4AF1-9F37-51316CED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読む人の迷いは、作る人の手戻りになる。</a:t>
            </a:r>
          </a:p>
        </p:txBody>
      </p:sp>
    </p:spTree>
    <p:extLst>
      <p:ext uri="{BB962C8B-B14F-4D97-AF65-F5344CB8AC3E}">
        <p14:creationId xmlns:p14="http://schemas.microsoft.com/office/powerpoint/2010/main" val="3987271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66D16A-29D3-43D8-A63B-B257634C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BBF37F-4A86-4FAB-92A6-9956D745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52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86C70"/>
                </a:solidFill>
                <a:latin typeface="Arial"/>
                <a:ea typeface="Arial"/>
                <a:cs typeface="Arial"/>
              </a:rPr>
              <a:t>未来を見せる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B6625F-610B-4C16-87A1-344A608E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86C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AE0B45-835B-4D81-A7B4-07B7F756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0B1C80-9EAA-406C-B70C-70F1BCE2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04DBCD-6A3C-4F09-A570-FCDC0F93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438900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7CB14-73EC-450F-826A-7BA960A9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ef9c8ba4f0455a"/>
          <a:srcRect xmlns:a="http://schemas.openxmlformats.org/drawingml/2006/main" l="23033" t="0" r="230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0"/>
            <a:ext cx="6572250" cy="68580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3173A8-7910-4F83-8031-C67219DA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8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93C62B-1985-4276-9ADB-155D421E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495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07"/>
          </a:bodyPr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4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資料ができる。</a:t>
            </a:r>
          </a:p>
          <a:p xmlns:a="http://schemas.openxmlformats.org/drawingml/2006/main">
            <a:pPr>
              <a:lnSpc>
                <a:spcPct val="98000"/>
              </a:lnSpc>
              <a:buNone/>
              <a:defRPr sz="4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会議が進む。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083598-E1EE-4082-8EC8-056EE58B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428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86C70"/>
                </a:solidFill>
                <a:latin typeface="Arial"/>
                <a:ea typeface="Arial"/>
                <a:cs typeface="Arial"/>
              </a:rPr>
              <a:t>AIを使う目的は、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500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86C70"/>
                </a:solidFill>
                <a:latin typeface="Arial"/>
                <a:ea typeface="Arial"/>
                <a:cs typeface="Arial"/>
              </a:rPr>
              <a:t>スライドを増やすことではない。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500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86C70"/>
                </a:solidFill>
                <a:latin typeface="Arial"/>
                <a:ea typeface="Arial"/>
                <a:cs typeface="Arial"/>
              </a:rPr>
              <a:t>次の判断を、早くすることです。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BCC66F-9E77-4607-8519-E154DCE4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2038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844E74-7397-4DCE-8C01-2DCA8B28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ここから、解決策。</a:t>
            </a:r>
          </a:p>
        </p:txBody>
      </p:sp>
    </p:spTree>
    <p:extLst>
      <p:ext uri="{BB962C8B-B14F-4D97-AF65-F5344CB8AC3E}">
        <p14:creationId xmlns:p14="http://schemas.microsoft.com/office/powerpoint/2010/main" val="4167332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501DE3-3F47-4000-88BA-390E9E84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673047-9013-46EA-8D04-06C15D44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52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5A8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5A8A8"/>
                </a:solidFill>
                <a:latin typeface="Arial"/>
                <a:ea typeface="Arial"/>
                <a:cs typeface="Arial"/>
              </a:rPr>
              <a:t>解決策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100A66-D7B8-4CD2-B344-6D9BFDD7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5A8A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5A8A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C13C58-35CC-4809-B8FC-A20BECD2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D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DA4A1E-188F-4928-8D30-8BDB7674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D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917926-36B3-4F2F-993B-EBBA1555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438900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591B53-255D-4718-A701-B73419C7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D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F3C534-E82C-4559-8895-26B2B2AF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191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837"/>
          </a:bodyPr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AIの前に、</a:t>
            </a:r>
          </a:p>
          <a:p xmlns:a="http://schemas.openxmlformats.org/drawingml/2006/main">
            <a:pPr>
              <a:lnSpc>
                <a:spcPct val="98000"/>
              </a:lnSpc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3つだけ決める。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2B8EE9-DBD2-4538-8FE4-7242E65E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D0D2D2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D0D2D2"/>
                </a:solidFill>
                <a:latin typeface="Arial"/>
                <a:ea typeface="Arial"/>
                <a:cs typeface="Arial"/>
              </a:rPr>
              <a:t>これが決まると、AIは“作業者”として強くなる。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DF63F3-AAD2-425A-AFD1-4F281E89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601477-0015-41F0-8986-267FB574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766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43D766-3F79-43DD-A8D5-360AD318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4290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目的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C21D28-8187-4C6C-9254-98248562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9052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0D2D2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D0D2D2"/>
                </a:solidFill>
                <a:latin typeface="Arial"/>
                <a:ea typeface="Arial"/>
                <a:cs typeface="Arial"/>
              </a:rPr>
              <a:t>誰に、何を決めてもらうか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E6D97E-82B8-4217-9A11-E074D7E9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909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6B5498-5ED6-4D16-AA58-F19F3F0D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766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2B8AEA-F036-4ED3-89C4-8694B689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290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結論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827DC7-830E-4EE9-AAEB-AC035DBA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9052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0D2D2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D0D2D2"/>
                </a:solidFill>
                <a:latin typeface="Arial"/>
                <a:ea typeface="Arial"/>
                <a:cs typeface="Arial"/>
              </a:rPr>
              <a:t>1枚ごとに何を言うか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3150BD-6B0F-43E6-8B12-1BB0E79C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909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B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3D83FD-A732-4D71-938D-338C4836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766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4B7CD8-7CDE-40DD-B655-7D17493E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4290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検証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C9B86B-4ACC-4E18-A8AC-B0173AC8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9052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0D2D2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D0D2D2"/>
                </a:solidFill>
                <a:latin typeface="Arial"/>
                <a:ea typeface="Arial"/>
                <a:cs typeface="Arial"/>
              </a:rPr>
              <a:t>何を確認してから出すか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6E343A-D459-4678-AE75-F193D770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D8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D84D"/>
                </a:solidFill>
                <a:latin typeface="Arial"/>
                <a:ea typeface="Arial"/>
                <a:cs typeface="Arial"/>
              </a:rPr>
              <a:t>先に人が決める。あとからAIに任せる。</a:t>
            </a:r>
          </a:p>
        </p:txBody>
      </p:sp>
    </p:spTree>
    <p:extLst>
      <p:ext uri="{BB962C8B-B14F-4D97-AF65-F5344CB8AC3E}">
        <p14:creationId xmlns:p14="http://schemas.microsoft.com/office/powerpoint/2010/main" val="2017809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F1CD31-E73E-4871-9D04-EFDD6A4E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0D7DD3-8A32-4BEE-BCC1-046C2EFD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52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86C70"/>
                </a:solidFill>
                <a:latin typeface="Arial"/>
                <a:ea typeface="Arial"/>
                <a:cs typeface="Arial"/>
              </a:rPr>
              <a:t>解決策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A5F8FD-B9BF-42A7-A707-BA41F69C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86C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D0C3EE-8259-409F-BEF2-CA8854A9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7DED10-3691-462C-BC47-8869FFF6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37E5BE-83D1-4CD5-9C3D-86E3C8B8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438900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AD13F4-F31E-461F-80B7-A925ADC3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608B46-6171-4ABB-94AC-1BCA445A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66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作る順番を変える。</a:t>
            </a:r>
          </a:p>
          <a:p xmlns:a="http://schemas.openxmlformats.org/drawingml/2006/main">
            <a:pPr>
              <a:lnSpc>
                <a:spcPct val="98000"/>
              </a:lnSpc>
              <a:buNone/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それだけで、手戻りは減る。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F03761-62EE-453A-97DD-DF8214FE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86C70"/>
                </a:solidFill>
                <a:latin typeface="Arial"/>
                <a:ea typeface="Arial"/>
                <a:cs typeface="Arial"/>
              </a:rPr>
              <a:t>スライドを描く前に、判断の道筋を置きます。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35A4B1-D716-4208-A728-074F4D5D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1619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E28AA4-1B66-4508-AB2B-9A1073D7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291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BA15F3-2A1F-4ED8-A823-487B6F34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Brief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D2932B-AC6A-48F6-A534-67CC169C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816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目的・相手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50203D-29CC-42DC-9464-9D193DEF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768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86C7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C5F477-71C7-4414-A751-D06A63E4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076700"/>
            <a:ext cx="1619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D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18CE2F-D417-4F49-9CA7-2CD9015F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29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EF8D8A-E603-4162-A897-82BD2E6D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95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Outline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6A36CE-A071-42B2-9D03-7F73CC27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815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結論の順番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D1FADC-4FEC-4687-9792-381C3699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767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86C7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A8F1A7-D933-43D9-92BF-C4566001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676650"/>
            <a:ext cx="1619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B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EF0379-CB11-4285-9395-7DF2913A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290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F67327-0250-437E-99C2-06CEC822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95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1AD93C-8A1F-452E-BC1C-6FA9000E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815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図解の型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66988B-EBBD-48B0-8AC5-51ED796B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767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86C7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9E367B-29A6-41A4-92DD-20431FD0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76600"/>
            <a:ext cx="1619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9385AF-8868-4FB8-9B8C-6932324A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C98F97-4A39-45B0-9699-06A20498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957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97E85C-77DC-4205-AE9A-EE20E861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814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AIで初稿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0B66AC-8A4F-41FB-9B6D-62098DE7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766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86C7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77F1F9-6255-4D64-B3B2-C25FF0CB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76550"/>
            <a:ext cx="1619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D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011661-A745-4BAB-AD2A-FA9F50B0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289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01BEBF-CE51-4C8B-AE0B-B631BDCF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956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A497B3-C448-4FAE-A3EA-28403A0C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814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根拠と表示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2B7122-DFED-46C8-BCF6-C1E8154A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531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AIに作らせるのは、4番目。</a:t>
            </a:r>
          </a:p>
        </p:txBody>
      </p:sp>
    </p:spTree>
    <p:extLst>
      <p:ext uri="{BB962C8B-B14F-4D97-AF65-F5344CB8AC3E}">
        <p14:creationId xmlns:p14="http://schemas.microsoft.com/office/powerpoint/2010/main" val="10157709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196DAD-6E72-49AF-AEA0-3EBE74E6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3C8E5A-DA14-4CF7-8836-27F682DA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52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86C70"/>
                </a:solidFill>
                <a:latin typeface="Arial"/>
                <a:ea typeface="Arial"/>
                <a:cs typeface="Arial"/>
              </a:rPr>
              <a:t>解決策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822BCF-485F-4414-91B7-B9CF6A12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86C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B5E368-A830-418F-BB1C-78C41EF4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A3A59F-25B4-417D-B4A1-FC33BB74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6D640E-42FA-499A-9DFE-4BB93C8F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438900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079D8C-3227-4E62-9F89-28148637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629BA0-C0E2-4F04-BCDC-C312D8A5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34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“いい感じに”を、</a:t>
            </a:r>
          </a:p>
          <a:p xmlns:a="http://schemas.openxmlformats.org/drawingml/2006/main">
            <a:pPr>
              <a:lnSpc>
                <a:spcPct val="98000"/>
              </a:lnSpc>
              <a:buNone/>
              <a:defRPr sz="34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“この判断をして”に変える。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E7D5F3-1B6B-444E-9E0F-98D708DF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86C70"/>
                </a:solidFill>
                <a:latin typeface="Arial"/>
                <a:ea typeface="Arial"/>
                <a:cs typeface="Arial"/>
              </a:rPr>
              <a:t>AIの出力を変えるのは、デザイン指定より先にある一文です。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C35F42-9075-4776-996F-2F89FA67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4000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CA9DD4-D632-4B25-BD70-0C40E7CB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8B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8B7B"/>
                </a:solidFill>
                <a:latin typeface="Arial"/>
                <a:ea typeface="Arial"/>
                <a:cs typeface="Arial"/>
              </a:rPr>
              <a:t>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F23887-260B-490D-A806-257656DC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814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785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営業資料を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いい感じにして。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9D0D3A-3BA5-4C3D-985D-63AF3329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7190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4D84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4D84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093BDD-1998-4847-AF48-F77F4172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238500"/>
            <a:ext cx="5391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E90C17-1ADE-4E2D-A572-E8E26CE9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052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4D84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D84D"/>
                </a:solidFill>
                <a:latin typeface="Arial"/>
                <a:ea typeface="Arial"/>
                <a:cs typeface="Arial"/>
              </a:rPr>
              <a:t>OK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E64845-18E7-4367-A22B-96DA88FF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2430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経営者が今月の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営業施策を1つ選べる資料にする。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A78C1F-CE1A-4251-BBA3-ED768B34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86C70"/>
                </a:solidFill>
                <a:latin typeface="Arial"/>
                <a:ea typeface="Arial"/>
                <a:cs typeface="Arial"/>
              </a:rPr>
              <a:t>対象 / 結論 / 制約 / 確認事項</a:t>
            </a:r>
          </a:p>
        </p:txBody>
      </p:sp>
    </p:spTree>
    <p:extLst>
      <p:ext uri="{BB962C8B-B14F-4D97-AF65-F5344CB8AC3E}">
        <p14:creationId xmlns:p14="http://schemas.microsoft.com/office/powerpoint/2010/main" val="20502386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735DFA-A4E0-4451-8119-A5EB8DCE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194764-44CF-4E06-8FD5-7351A7DE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52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86C70"/>
                </a:solidFill>
                <a:latin typeface="Arial"/>
                <a:ea typeface="Arial"/>
                <a:cs typeface="Arial"/>
              </a:rPr>
              <a:t>自社に移す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DF79A4-E2AD-4B68-B78C-FC291D7A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86C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C04185-7932-4FD8-ADFB-737EEA9B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A72B58-B569-44FC-BBC5-E007D794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11C2C0-CEEB-4B66-9132-0324AF9B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AD191F-CD08-4B97-9681-517B8B98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438900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F5B9A1-4F71-4EC9-8B0A-9E67316C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7048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663"/>
          </a:bodyPr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自社の資料に移すと、</a:t>
            </a:r>
          </a:p>
          <a:p xmlns:a="http://schemas.openxmlformats.org/drawingml/2006/main">
            <a:pPr>
              <a:lnSpc>
                <a:spcPct val="98000"/>
              </a:lnSpc>
              <a:buNone/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まずここが変わる。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FB4C96-FBF2-4C52-B9EC-EDB16DBC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86C70"/>
                </a:solidFill>
                <a:latin typeface="Arial"/>
                <a:ea typeface="Arial"/>
                <a:cs typeface="Arial"/>
              </a:rPr>
              <a:t>汎用ノウハウを、そのまま配るだけでは終わりません。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DD15B9-4531-45D6-86E5-FB6688F5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E6AF0D-E41C-4525-A370-7D8D2EE5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33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会議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9E1F0C-EA01-4BD1-935F-C8433C02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337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説明が短くなる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D50FBF-96CA-4AB1-A83E-DCF3A723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528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86C70"/>
                </a:solidFill>
                <a:latin typeface="Arial"/>
                <a:ea typeface="Arial"/>
                <a:cs typeface="Arial"/>
              </a:rPr>
              <a:t>結論が先に見える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776E2C-CB8E-4DA3-A034-0D9B51A4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481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94D079-9D55-418F-B400-29DC3828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4F83A1-9F64-466E-86C4-D9340FCE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719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提案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A3C6C0-7FC7-45CE-8CAF-099A3316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1719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比較がしやすくなる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06559B-6240-4F7C-8745-28CA3896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910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86C70"/>
                </a:solidFill>
                <a:latin typeface="Arial"/>
                <a:ea typeface="Arial"/>
                <a:cs typeface="Arial"/>
              </a:rPr>
              <a:t>相手の判断軸が揃う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0CE3B1-FCCB-451E-B3C4-E9FBB71C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863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6FC035-F031-4D7D-A87D-990F3137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B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0D68E3-2446-44D9-BAD4-918864C1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0101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社内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9DF2A0-CCB0-40F3-8B31-CAA7D39B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0101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再利用しやすくなる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0D503B-0D43-4594-97B5-9318BAD2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292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86C70"/>
                </a:solidFill>
                <a:latin typeface="Arial"/>
                <a:ea typeface="Arial"/>
                <a:cs typeface="Arial"/>
              </a:rPr>
              <a:t>型がチームに残る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25F231-8093-44D1-9FC5-428ED347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5245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F1A96C-7C2C-4C5C-A1E8-3594C5B4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6265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だから、最後に必要なのは“自社向けの設計”です。</a:t>
            </a:r>
          </a:p>
        </p:txBody>
      </p:sp>
    </p:spTree>
    <p:extLst>
      <p:ext uri="{BB962C8B-B14F-4D97-AF65-F5344CB8AC3E}">
        <p14:creationId xmlns:p14="http://schemas.microsoft.com/office/powerpoint/2010/main" val="20634589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06358F-0DF1-4993-A37E-BBC6F9A6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8700B2-25EF-4D10-93BD-9D9F818E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52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5A8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5A8A8"/>
                </a:solidFill>
                <a:latin typeface="Arial"/>
                <a:ea typeface="Arial"/>
                <a:cs typeface="Arial"/>
              </a:rPr>
              <a:t>申し込む理由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E2296F-4197-4F6D-A427-0F43EBA5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5A8A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5A8A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A9132D-D40E-4AF8-8BBE-6E931725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D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4DE735-9CCA-4D6E-9A04-31724324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D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1FDB2B-12A2-4E04-8E14-3A82E31F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D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0878CA-1AFC-47E5-9CFB-DA633D14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438900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9D69DE-7783-41B4-A242-9D778196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66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837"/>
          </a:bodyPr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自社で詰まる場所は、</a:t>
            </a:r>
          </a:p>
          <a:p xmlns:a="http://schemas.openxmlformats.org/drawingml/2006/main">
            <a:pPr>
              <a:lnSpc>
                <a:spcPct val="98000"/>
              </a:lnSpc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会社ごとに違う。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38727E-B95C-4335-8E44-D81F5151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0D2D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D0D2D2"/>
                </a:solidFill>
                <a:latin typeface="Arial"/>
                <a:ea typeface="Arial"/>
                <a:cs typeface="Arial"/>
              </a:rPr>
              <a:t>だから、まず1本の資料を持ってきてください。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F50EC2-B7B5-4F4E-9FFC-D60F19B1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671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37AD66-953A-4968-B2DF-FF642DFC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7665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325A07-C2BA-44E2-B6E6-CB36F374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86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資料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0EA337-D1AA-4972-BB6B-D798B97C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05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0D2D2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D0D2D2"/>
                </a:solidFill>
                <a:latin typeface="Arial"/>
                <a:ea typeface="Arial"/>
                <a:cs typeface="Arial"/>
              </a:rPr>
              <a:t>何を残し、何を捨てるか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713739-76AA-4683-9A11-B4FF7A44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4671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D70165-C4C3-4F94-996A-F93323552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7665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FFD2E1-A874-401C-8918-BA66F853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86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業務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9E2EEA-DF2D-46EC-89A4-755C1FCB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05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0D2D2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D0D2D2"/>
                </a:solidFill>
                <a:latin typeface="Arial"/>
                <a:ea typeface="Arial"/>
                <a:cs typeface="Arial"/>
              </a:rPr>
              <a:t>どこまでAIに任せるか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1E4824-3165-491B-86AF-AEDB8380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671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B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5FCA98-0B7D-4181-970D-8268BB38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7665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2FA1AB-618E-4866-8ED1-EEA482F8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86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EDA79F-9B8F-4643-BC7A-0982875D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05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0D2D2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D0D2D2"/>
                </a:solidFill>
                <a:latin typeface="Arial"/>
                <a:ea typeface="Arial"/>
                <a:cs typeface="Arial"/>
              </a:rPr>
              <a:t>誰が確認し、使い続けるか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3616AE-A7A8-401E-9779-3744F789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91150"/>
            <a:ext cx="495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A47C9D-E5E9-472E-81DF-015551C9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15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D8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D84D"/>
                </a:solidFill>
                <a:latin typeface="Arial"/>
                <a:ea typeface="Arial"/>
                <a:cs typeface="Arial"/>
              </a:rPr>
              <a:t>面談で、あなたの“最初の一歩”を決める。</a:t>
            </a:r>
          </a:p>
        </p:txBody>
      </p:sp>
    </p:spTree>
    <p:extLst>
      <p:ext uri="{BB962C8B-B14F-4D97-AF65-F5344CB8AC3E}">
        <p14:creationId xmlns:p14="http://schemas.microsoft.com/office/powerpoint/2010/main" val="5726631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D8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d68e54a1ba4dcd"/>
          <a:srcRect xmlns:a="http://schemas.openxmlformats.org/drawingml/2006/main" l="26941" t="0" r="269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059257-CB16-46BF-AF87-4550BEC8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17B4E1-F728-4F82-91C4-463288F2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AI顧問室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02565B-6236-41F3-B3DF-71B54C29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52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86C70"/>
                </a:solidFill>
                <a:latin typeface="Arial"/>
                <a:ea typeface="Arial"/>
                <a:cs typeface="Arial"/>
              </a:rPr>
              <a:t>申し込む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E55752-EDB8-4EFF-999F-E32172A5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86C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BC54D8-FAFA-45C8-98EB-5BF0EBC6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244231-A19A-4B9B-B685-36975CBE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E8133D-58C8-47F5-A429-FFA943AA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39F739-5C18-444E-A54E-DABDD01A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438900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A29F0A-64B3-43A3-8394-D74757B6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42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無料顧問1回分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87D230-9ED1-4F7B-ADAB-3F9CCEC4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533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あなたの資料1本を、</a:t>
            </a:r>
          </a:p>
          <a:p xmlns:a="http://schemas.openxmlformats.org/drawingml/2006/main">
            <a:pPr>
              <a:lnSpc>
                <a:spcPct val="98000"/>
              </a:lnSpc>
              <a:buNone/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使える形に整える。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B6BF62-9C3A-45F8-8C1A-1E9101ED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面談で扱うこと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A647A5-ECEA-413B-9DA7-CD33FF7B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434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812317-030F-48D0-847E-E4E00F30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3387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167F90-C163-4FD2-A6FB-770D7D1F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243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目的と読者を決める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530621-FB27-4642-B9C6-1DA354E6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006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0A147E-28F5-4197-8A34-1937A5E8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9107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24344F-D940-4A0A-957F-7CDBF028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815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最初の構成をつくる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196DDA-917E-4965-9E2D-E90228F6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1F8593-7211-42F0-ADE2-FA6663F6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4827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4EE4FE-7B57-4756-99A2-8327DD52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38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次の一手を決める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AD3BA7-45A5-497A-A224-3395022D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3810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8ECDB5-E2F4-45C8-9884-01A92337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1245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無料顧問1回分を受ける</a:t>
            </a:r>
          </a:p>
        </p:txBody>
      </p:sp>
    </p:spTree>
    <p:extLst>
      <p:ext uri="{BB962C8B-B14F-4D97-AF65-F5344CB8AC3E}">
        <p14:creationId xmlns:p14="http://schemas.microsoft.com/office/powerpoint/2010/main" val="19363062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2026-07-28T11:24:52.4590000Z</dcterms:created>
  <dcterms:modified xsi:type="dcterms:W3CDTF">2026-07-28T11:24:52.4590000Z</dcterms:modified>
</coreProperties>
</file>