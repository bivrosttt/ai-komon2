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2e167efc464c18" /><Relationship Type="http://schemas.openxmlformats.org/officeDocument/2006/relationships/extended-properties" Target="/docProps/app.xml" Id="Rd6b45af3e8c048fc" /><Relationship Type="http://schemas.openxmlformats.org/officeDocument/2006/relationships/officeDocument" Target="/ppt/presentation.xml" Id="R0f4b12c57969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04bf7d8d0946c3"/>
  </p:sldMasterIdLst>
  <p:notesMasterIdLst>
    <p:notesMasterId xmlns:r="http://schemas.openxmlformats.org/officeDocument/2006/relationships" r:id="R7c78fb72370742d6"/>
  </p:notesMasterIdLst>
  <p:sldIdLst>
    <p:sldId xmlns:r="http://schemas.openxmlformats.org/officeDocument/2006/relationships" id="256" r:id="Re2ea038af7124fe9"/>
    <p:sldId xmlns:r="http://schemas.openxmlformats.org/officeDocument/2006/relationships" id="257" r:id="Rface41e9f9934b1b"/>
    <p:sldId xmlns:r="http://schemas.openxmlformats.org/officeDocument/2006/relationships" id="258" r:id="R6286af3f40cc4e87"/>
    <p:sldId xmlns:r="http://schemas.openxmlformats.org/officeDocument/2006/relationships" id="259" r:id="R6eb24827af9a4d15"/>
    <p:sldId xmlns:r="http://schemas.openxmlformats.org/officeDocument/2006/relationships" id="260" r:id="Rc5ac0ea923944d94"/>
    <p:sldId xmlns:r="http://schemas.openxmlformats.org/officeDocument/2006/relationships" id="261" r:id="R3f2a210e2e674d9f"/>
    <p:sldId xmlns:r="http://schemas.openxmlformats.org/officeDocument/2006/relationships" id="262" r:id="R1d0b98fb092149ff"/>
    <p:sldId xmlns:r="http://schemas.openxmlformats.org/officeDocument/2006/relationships" id="263" r:id="Re42d455aa70446ba"/>
    <p:sldId xmlns:r="http://schemas.openxmlformats.org/officeDocument/2006/relationships" id="264" r:id="R43cdf2163d804ae3"/>
    <p:sldId xmlns:r="http://schemas.openxmlformats.org/officeDocument/2006/relationships" id="265" r:id="Rdf940160c1444051"/>
    <p:sldId xmlns:r="http://schemas.openxmlformats.org/officeDocument/2006/relationships" id="266" r:id="R8e30877677ca41b5"/>
    <p:sldId xmlns:r="http://schemas.openxmlformats.org/officeDocument/2006/relationships" id="267" r:id="R6c20db1754634742"/>
    <p:sldId xmlns:r="http://schemas.openxmlformats.org/officeDocument/2006/relationships" id="268" r:id="Rfc80b4182ca24311"/>
    <p:sldId xmlns:r="http://schemas.openxmlformats.org/officeDocument/2006/relationships" id="269" r:id="R8f514d6aa5b44b80"/>
    <p:sldId xmlns:r="http://schemas.openxmlformats.org/officeDocument/2006/relationships" id="270" r:id="R535126432b6d49d9"/>
    <p:sldId xmlns:r="http://schemas.openxmlformats.org/officeDocument/2006/relationships" id="271" r:id="R70cd31fd545c456d"/>
    <p:sldId xmlns:r="http://schemas.openxmlformats.org/officeDocument/2006/relationships" id="272" r:id="R4366f506b3ec4b70"/>
    <p:sldId xmlns:r="http://schemas.openxmlformats.org/officeDocument/2006/relationships" id="273" r:id="R2afb013156664536"/>
    <p:sldId xmlns:r="http://schemas.openxmlformats.org/officeDocument/2006/relationships" id="274" r:id="Re5c7b9fae1f64c8d"/>
    <p:sldId xmlns:r="http://schemas.openxmlformats.org/officeDocument/2006/relationships" id="275" r:id="Rdb5e6b5d9fa148fd"/>
    <p:sldId xmlns:r="http://schemas.openxmlformats.org/officeDocument/2006/relationships" id="276" r:id="R9f03c0fb2e8847aa"/>
    <p:sldId xmlns:r="http://schemas.openxmlformats.org/officeDocument/2006/relationships" id="277" r:id="R829762c57256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1724d85c142c2" /><Relationship Type="http://schemas.openxmlformats.org/officeDocument/2006/relationships/slideMaster" Target="/ppt/slideMasters/slideMaster1.xml" Id="Ra204bf7d8d0946c3" /><Relationship Type="http://schemas.openxmlformats.org/officeDocument/2006/relationships/notesMaster" Target="/ppt/notesMasters/notesMaster1.xml" Id="R7c78fb72370742d6" /><Relationship Type="http://schemas.openxmlformats.org/officeDocument/2006/relationships/presProps" Target="/ppt/presProps.xml" Id="R422abed760d94001" /><Relationship Type="http://schemas.openxmlformats.org/officeDocument/2006/relationships/tableStyles" Target="/ppt/tableStyles.xml" Id="Rc37d7afc1d7d4d4a" /><Relationship Type="http://schemas.openxmlformats.org/officeDocument/2006/relationships/slide" Target="/ppt/slides/slide1.xml" Id="Re2ea038af7124fe9" /><Relationship Type="http://schemas.openxmlformats.org/officeDocument/2006/relationships/slide" Target="/ppt/slides/slide2.xml" Id="Rface41e9f9934b1b" /><Relationship Type="http://schemas.openxmlformats.org/officeDocument/2006/relationships/slide" Target="/ppt/slides/slide3.xml" Id="R6286af3f40cc4e87" /><Relationship Type="http://schemas.openxmlformats.org/officeDocument/2006/relationships/slide" Target="/ppt/slides/slide4.xml" Id="R6eb24827af9a4d15" /><Relationship Type="http://schemas.openxmlformats.org/officeDocument/2006/relationships/slide" Target="/ppt/slides/slide5.xml" Id="Rc5ac0ea923944d94" /><Relationship Type="http://schemas.openxmlformats.org/officeDocument/2006/relationships/slide" Target="/ppt/slides/slide6.xml" Id="R3f2a210e2e674d9f" /><Relationship Type="http://schemas.openxmlformats.org/officeDocument/2006/relationships/slide" Target="/ppt/slides/slide7.xml" Id="R1d0b98fb092149ff" /><Relationship Type="http://schemas.openxmlformats.org/officeDocument/2006/relationships/slide" Target="/ppt/slides/slide8.xml" Id="Re42d455aa70446ba" /><Relationship Type="http://schemas.openxmlformats.org/officeDocument/2006/relationships/slide" Target="/ppt/slides/slide9.xml" Id="R43cdf2163d804ae3" /><Relationship Type="http://schemas.openxmlformats.org/officeDocument/2006/relationships/slide" Target="/ppt/slides/slide10.xml" Id="Rdf940160c1444051" /><Relationship Type="http://schemas.openxmlformats.org/officeDocument/2006/relationships/slide" Target="/ppt/slides/slide11.xml" Id="R8e30877677ca41b5" /><Relationship Type="http://schemas.openxmlformats.org/officeDocument/2006/relationships/slide" Target="/ppt/slides/slide12.xml" Id="R6c20db1754634742" /><Relationship Type="http://schemas.openxmlformats.org/officeDocument/2006/relationships/slide" Target="/ppt/slides/slide13.xml" Id="Rfc80b4182ca24311" /><Relationship Type="http://schemas.openxmlformats.org/officeDocument/2006/relationships/slide" Target="/ppt/slides/slide14.xml" Id="R8f514d6aa5b44b80" /><Relationship Type="http://schemas.openxmlformats.org/officeDocument/2006/relationships/slide" Target="/ppt/slides/slide15.xml" Id="R535126432b6d49d9" /><Relationship Type="http://schemas.openxmlformats.org/officeDocument/2006/relationships/slide" Target="/ppt/slides/slide16.xml" Id="R70cd31fd545c456d" /><Relationship Type="http://schemas.openxmlformats.org/officeDocument/2006/relationships/slide" Target="/ppt/slides/slide17.xml" Id="R4366f506b3ec4b70" /><Relationship Type="http://schemas.openxmlformats.org/officeDocument/2006/relationships/slide" Target="/ppt/slides/slide18.xml" Id="R2afb013156664536" /><Relationship Type="http://schemas.openxmlformats.org/officeDocument/2006/relationships/slide" Target="/ppt/slides/slide19.xml" Id="Re5c7b9fae1f64c8d" /><Relationship Type="http://schemas.openxmlformats.org/officeDocument/2006/relationships/slide" Target="/ppt/slides/slide20.xml" Id="Rdb5e6b5d9fa148fd" /><Relationship Type="http://schemas.openxmlformats.org/officeDocument/2006/relationships/slide" Target="/ppt/slides/slide21.xml" Id="R9f03c0fb2e8847aa" /><Relationship Type="http://schemas.openxmlformats.org/officeDocument/2006/relationships/slide" Target="/ppt/slides/slide22.xml" Id="R829762c57256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c22f203f224c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dbf3a1a9343d8" /><Relationship Type="http://schemas.openxmlformats.org/officeDocument/2006/relationships/notesMaster" Target="/ppt/notesMasters/notesMaster1.xml" Id="R0ade4fd236cc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796741e1e9433a" /><Relationship Type="http://schemas.openxmlformats.org/officeDocument/2006/relationships/notesMaster" Target="/ppt/notesMasters/notesMaster1.xml" Id="R789504912380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8643e8c63c4d9e" /><Relationship Type="http://schemas.openxmlformats.org/officeDocument/2006/relationships/notesMaster" Target="/ppt/notesMasters/notesMaster1.xml" Id="Rdb793148abd646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a239455d894978" /><Relationship Type="http://schemas.openxmlformats.org/officeDocument/2006/relationships/notesMaster" Target="/ppt/notesMasters/notesMaster1.xml" Id="R62ecd21fd42741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deb9c798844c38" /><Relationship Type="http://schemas.openxmlformats.org/officeDocument/2006/relationships/notesMaster" Target="/ppt/notesMasters/notesMaster1.xml" Id="Rc9af18d9e521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1ee5a1a40a4f6b" /><Relationship Type="http://schemas.openxmlformats.org/officeDocument/2006/relationships/notesMaster" Target="/ppt/notesMasters/notesMaster1.xml" Id="R456b868bf24543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378c8deb21491d" /><Relationship Type="http://schemas.openxmlformats.org/officeDocument/2006/relationships/notesMaster" Target="/ppt/notesMasters/notesMaster1.xml" Id="R4bf7272ee16f44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6bb7909a014b5b" /><Relationship Type="http://schemas.openxmlformats.org/officeDocument/2006/relationships/notesMaster" Target="/ppt/notesMasters/notesMaster1.xml" Id="R43153c731bff40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d3579328bf4a8b" /><Relationship Type="http://schemas.openxmlformats.org/officeDocument/2006/relationships/notesMaster" Target="/ppt/notesMasters/notesMaster1.xml" Id="R92456446362642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dd226d396b4806" /><Relationship Type="http://schemas.openxmlformats.org/officeDocument/2006/relationships/notesMaster" Target="/ppt/notesMasters/notesMaster1.xml" Id="R7105f55805d5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62f2f90a5f4bf8" /><Relationship Type="http://schemas.openxmlformats.org/officeDocument/2006/relationships/notesMaster" Target="/ppt/notesMasters/notesMaster1.xml" Id="R2c246fd787584a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b79bda00274ef5" /><Relationship Type="http://schemas.openxmlformats.org/officeDocument/2006/relationships/notesMaster" Target="/ppt/notesMasters/notesMaster1.xml" Id="R188dfbd39a5948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b4d462e1324bd1" /><Relationship Type="http://schemas.openxmlformats.org/officeDocument/2006/relationships/notesMaster" Target="/ppt/notesMasters/notesMaster1.xml" Id="R65d07ad4639f48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a8a6c76b28447f" /><Relationship Type="http://schemas.openxmlformats.org/officeDocument/2006/relationships/notesMaster" Target="/ppt/notesMasters/notesMaster1.xml" Id="Rdbf9d666d6bc4e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389c30c7b04c56" /><Relationship Type="http://schemas.openxmlformats.org/officeDocument/2006/relationships/notesMaster" Target="/ppt/notesMasters/notesMaster1.xml" Id="Rc42975fe286a4a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80927d72cf4705" /><Relationship Type="http://schemas.openxmlformats.org/officeDocument/2006/relationships/notesMaster" Target="/ppt/notesMasters/notesMaster1.xml" Id="Radcb216101c44c1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347aa8abb043e8" /><Relationship Type="http://schemas.openxmlformats.org/officeDocument/2006/relationships/notesMaster" Target="/ppt/notesMasters/notesMaster1.xml" Id="R495b3e48f24448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f12d0254714dbd" /><Relationship Type="http://schemas.openxmlformats.org/officeDocument/2006/relationships/notesMaster" Target="/ppt/notesMasters/notesMaster1.xml" Id="Rd2396f09050642a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d020ab242742b7" /><Relationship Type="http://schemas.openxmlformats.org/officeDocument/2006/relationships/notesMaster" Target="/ppt/notesMasters/notesMaster1.xml" Id="Rbf25cffb5ca14c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253dc73d474ba4" /><Relationship Type="http://schemas.openxmlformats.org/officeDocument/2006/relationships/notesMaster" Target="/ppt/notesMasters/notesMaster1.xml" Id="Rf0034cc207ea4d9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a8b47c07904677" /><Relationship Type="http://schemas.openxmlformats.org/officeDocument/2006/relationships/notesMaster" Target="/ppt/notesMasters/notesMaster1.xml" Id="Re2eefb3e6b1746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a496ee69998481d" /><Relationship Type="http://schemas.openxmlformats.org/officeDocument/2006/relationships/notesMaster" Target="/ppt/notesMasters/notesMaster1.xml" Id="R81d3a8ba9bf7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表紙は『AIで自動化』ではなく、『判断を設計する』教材として位置づけます。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生成速度と資料品質を分け、教材全体のゴールを『判断が進むこと』に置きます。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AIが作る量ではなく、編集判断が不足することで品質が落ちる問題を提示します。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海外スキルに共通する失敗パターンを、目的・主張・QAの3つに整理しています。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プレゼンを画面装飾ではなく、相手の認知と行動を順に進める設計として定義します。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構成、主張、視覚化、QAを別工程にすることで、AIが一度に全部を平均化する問題を防ぎます。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用途・読者・判断・証拠・次の行動を明示するプレゼンブリーフです。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Situation・Complication・Resolutionを使い、各ページタイトルだけで筋が通る『ghost deck』を作ります。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タイトルを完全な結論文にし、タイトルだけで論理が追えるか検査します。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1枚の視覚的焦点を1つに絞り、補足は口頭・別紙・次ページへ分離します。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内容の意味に応じて、hero・comparison・process・evidence・actionを選び、箇条書きを最後の手段にします。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文字を小さくするのではなく、主張に不要な情報を削除・分割・別紙化します。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証拠を列挙せず、主張を支える証拠と、その意味を同じページでつなぎます。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配色の支配関係、文字階層、内容に応じたレイアウト型をデザインシステムとして固定します。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ブリーフ、ghost deck、slide specを分離し、各工程でレビューするプロンプト設計です。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最初のプロンプトではスライドを作らせず、用途と判断条件だけを固定します。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タイトルだけで論理が通るかを確認するghost deckテストを、そのまま使えるプロンプトにしています。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スライド本文より前に、主張・根拠・視覚タイプ・レイアウト・出典・話者ノートを定義します。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AIに選択肢を広げさせ、人が目的・主張・公開可否を承認する分担です。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全ページのレンダー、個別表示、オーバーフロー検査、出典確認、アクセシビリティ確認を完成条件にします。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https://support.microsoft.com/en-us/office/make-your-powerpoint-presentations-accessible-to-people-with-disabilities-6f7772b2-2f33-4bd2-8ca7-dae3b2b3ef25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教材の要点を一つの実務プロンプトに集約し、各工程を飛ばさない制約を入れています。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最後は抽象的な相談ではなく、実物の自社資料を1本持ち込む具体的な次の行動を提示します。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1d01e830174e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fa8f5c01d4a87" /><Relationship Type="http://schemas.openxmlformats.org/officeDocument/2006/relationships/slideLayout" Target="/ppt/slideLayouts/slideLayout1.xml" Id="R0f515160005c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15160005c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3f6c7911a46f1" /><Relationship Type="http://schemas.openxmlformats.org/officeDocument/2006/relationships/image" Target="/ppt/media/image.png" Id="R588888c54bb94c48" /><Relationship Type="http://schemas.openxmlformats.org/officeDocument/2006/relationships/notesSlide" Target="/ppt/notesSlides/notesSlide1.xml" Id="R55170730d63447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bf9b3d2de4cdd" /><Relationship Type="http://schemas.openxmlformats.org/officeDocument/2006/relationships/notesSlide" Target="/ppt/notesSlides/notesSlide2.xml" Id="Rec5b18eff87f48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c445fc5864c0d" /><Relationship Type="http://schemas.openxmlformats.org/officeDocument/2006/relationships/image" Target="/ppt/media/image2.png" Id="R3718e01ace2c4f8a" /><Relationship Type="http://schemas.openxmlformats.org/officeDocument/2006/relationships/notesSlide" Target="/ppt/notesSlides/notesSlide3.xml" Id="R7afbb0930b8340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4fa6916334e66" /><Relationship Type="http://schemas.openxmlformats.org/officeDocument/2006/relationships/notesSlide" Target="/ppt/notesSlides/notesSlide4.xml" Id="Rabad8114b6364b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9b495c5f743e7" /><Relationship Type="http://schemas.openxmlformats.org/officeDocument/2006/relationships/notesSlide" Target="/ppt/notesSlides/notesSlide5.xml" Id="R940437a655c94f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621fa0bed48ff" /><Relationship Type="http://schemas.openxmlformats.org/officeDocument/2006/relationships/notesSlide" Target="/ppt/notesSlides/notesSlide6.xml" Id="R3c95570ca2ce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d6e7be76448d3" /><Relationship Type="http://schemas.openxmlformats.org/officeDocument/2006/relationships/notesSlide" Target="/ppt/notesSlides/notesSlide7.xml" Id="Re9b25f7e6f3d49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8a5967cdd452b" /><Relationship Type="http://schemas.openxmlformats.org/officeDocument/2006/relationships/image" Target="/ppt/media/image3.png" Id="R8e0d3d4242574231" /><Relationship Type="http://schemas.openxmlformats.org/officeDocument/2006/relationships/notesSlide" Target="/ppt/notesSlides/notesSlide8.xml" Id="R8f89e1b93a27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f19b59c7441ff" /><Relationship Type="http://schemas.openxmlformats.org/officeDocument/2006/relationships/notesSlide" Target="/ppt/notesSlides/notesSlide9.xml" Id="Rde8029ecee66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da2a11e00452f" /><Relationship Type="http://schemas.openxmlformats.org/officeDocument/2006/relationships/notesSlide" Target="/ppt/notesSlides/notesSlide10.xml" Id="R4eba81d5e8ab4c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e44350cdc4ca5" /><Relationship Type="http://schemas.openxmlformats.org/officeDocument/2006/relationships/notesSlide" Target="/ppt/notesSlides/notesSlide11.xml" Id="R489885ee678746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900cd2e6246d5" /><Relationship Type="http://schemas.openxmlformats.org/officeDocument/2006/relationships/notesSlide" Target="/ppt/notesSlides/notesSlide12.xml" Id="R3675dfa459434b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018eb36b74f90" /><Relationship Type="http://schemas.openxmlformats.org/officeDocument/2006/relationships/notesSlide" Target="/ppt/notesSlides/notesSlide13.xml" Id="R2bb04219097d4c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d944d395641b2" /><Relationship Type="http://schemas.openxmlformats.org/officeDocument/2006/relationships/notesSlide" Target="/ppt/notesSlides/notesSlide14.xml" Id="R5b6aab3489364e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1b365abfc48d7" /><Relationship Type="http://schemas.openxmlformats.org/officeDocument/2006/relationships/notesSlide" Target="/ppt/notesSlides/notesSlide15.xml" Id="Rc7cadc94299c4f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5853fe4ba45ac" /><Relationship Type="http://schemas.openxmlformats.org/officeDocument/2006/relationships/notesSlide" Target="/ppt/notesSlides/notesSlide16.xml" Id="Rfecb610fef064c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75fa63093454c" /><Relationship Type="http://schemas.openxmlformats.org/officeDocument/2006/relationships/notesSlide" Target="/ppt/notesSlides/notesSlide17.xml" Id="Rdfc4f9d0d91645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45cf0e24c4b81" /><Relationship Type="http://schemas.openxmlformats.org/officeDocument/2006/relationships/notesSlide" Target="/ppt/notesSlides/notesSlide18.xml" Id="Rbfd34f9567934b3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c8c6e18c54ec3" /><Relationship Type="http://schemas.openxmlformats.org/officeDocument/2006/relationships/notesSlide" Target="/ppt/notesSlides/notesSlide19.xml" Id="R09cc60031ac04e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1738b985343dc" /><Relationship Type="http://schemas.openxmlformats.org/officeDocument/2006/relationships/notesSlide" Target="/ppt/notesSlides/notesSlide20.xml" Id="R27f74081c3ac40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30a92fe3649a9" /><Relationship Type="http://schemas.openxmlformats.org/officeDocument/2006/relationships/notesSlide" Target="/ppt/notesSlides/notesSlide21.xml" Id="R933ffac8a0af4f2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cd90700834321" /><Relationship Type="http://schemas.openxmlformats.org/officeDocument/2006/relationships/image" Target="/ppt/media/image4.png" Id="R1ebd5c98727b4a5c" /><Relationship Type="http://schemas.openxmlformats.org/officeDocument/2006/relationships/notesSlide" Target="/ppt/notesSlides/notesSlide22.xml" Id="R590d44e394e6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888c54bb94c4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E84A7-E850-430D-BFB7-171F9490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07EB7-EEBA-459D-901E-71EE885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AI ×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1E548-95B3-4B87-AD20-892041D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AIで、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良質なプレゼンを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FABFF-9697-4BB0-97B3-37BC3EED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速く埋める技術ではなく、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相手の判断を動かす設計法。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AE8F4-EDD7-418F-9B1E-82376F99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2EAB6-6BCD-47C1-8356-5EBA270E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579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3836F-EB88-4D6D-B49B-234A6E4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579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7426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8CD67-EEAD-4D15-B118-9EB0B259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240F5-0808-4049-8122-F472A502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E1CAB-C8DF-4A93-BA2E-D6E3237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B503C-6055-43EC-8C5B-1D2D46DC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E049A-A818-48B4-9DA2-281ADCAD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E8210-327B-4C5C-9749-B5B20FED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目標は、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作成時間を半分にすることではない。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D8F1C-5D92-4F8A-ADFD-790F1AF8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相手が「何を決めればいいか」を、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一度で理解できる資料にすること。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E18A4-D6B2-4A05-89D0-74EE7FA6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rPr>
              <a:t>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9B264-EDEE-418A-B995-E248396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398F2-2B49-470B-8F0A-0C2D57E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4EA14-54B7-4A57-8902-A0F586D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C9496-B191-4987-BEA4-EBA5A01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この資料では、構成 → 1枚の主張 → 視覚化 → 検査の順に作ります。</a:t>
            </a:r>
          </a:p>
        </p:txBody>
      </p:sp>
    </p:spTree>
    <p:extLst>
      <p:ext uri="{BB962C8B-B14F-4D97-AF65-F5344CB8AC3E}">
        <p14:creationId xmlns:p14="http://schemas.microsoft.com/office/powerpoint/2010/main" val="822486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8e01ace2c4f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2653D-5826-403F-949E-CA5784F3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16F74-7076-4188-B66E-E52180F2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824B-49E2-405C-982B-1C54F876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9FA31-EE44-4E04-981A-26285F46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65128-804B-45CF-B079-F6F528F1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447F7-3C55-42E6-812D-A0C05328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510A2-E58F-43BC-AA9F-7580B894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AIは、空白を埋めるのがうまい。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EA9CD-F8DE-4064-ADDD-A47889E7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しかし、何を捨てるかは決めてくれない。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2336D-E55D-45FE-B508-6B5DE70F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5143500" cy="104775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3C5CC5-7AE4-426F-983B-D9FEC0B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7C726-B3D7-4706-AC92-B042F19C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似た見た目・多すぎる情報・弱い結論。</a:t>
            </a:r>
          </a:p>
        </p:txBody>
      </p:sp>
    </p:spTree>
    <p:extLst>
      <p:ext uri="{BB962C8B-B14F-4D97-AF65-F5344CB8AC3E}">
        <p14:creationId xmlns:p14="http://schemas.microsoft.com/office/powerpoint/2010/main" val="8600922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74859-78D1-4E73-8A6F-8642B47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4ACBF-BCD2-4E33-ADAF-1BD663BA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DIAGNOSE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071D6-ECE2-454A-BEB2-04511DC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0CA09-CAFC-4698-9511-68B08ED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F0A85-F490-4646-8528-A9E741C6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5D9F5E-28EA-4251-B869-AF63E3D4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AI資料が弱くなる原因は、3つしかない。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51AF4-3C3F-4954-A897-901B9F4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B665C-22ED-4C45-A64C-93C972F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目的が広い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26028-18C7-4964-866C-F9243781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「分かりやすく」だけで、誰の何を変えるかがない。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229C27-1FEB-4DF0-835B-3A410BA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36AB1-AF97-46A4-B249-F376204A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5C3A-5A70-4712-BCE1-21392980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33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主張が薄い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9B314-051F-4FF4-9C92-BEBD7D8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タイトルが話題名で、読み手が得る結論になっていない。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77BBF-1920-4160-AB5D-699A9A7C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005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6E9A8-896B-417D-9198-25BE025D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5C358-225D-4C08-AD1F-CD10D1DC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検査がない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E53E3-41A1-415D-9624-23A823D4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生成した瞬間を完成とし、全ページを画像で見直していない。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7213B-4851-4771-9231-B506F4AC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10B65-E749-47EB-85AC-9950FB5A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つまり、プロンプトより先に“判断の型”が必要です。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19852927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68238-3CFE-47D8-9F56-B0C3A276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44030-C0EA-4446-BA1A-741BB3C4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REFRAME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E30CE-895A-4AF2-B56F-D7A49D4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703ED-0786-42CA-8315-0E18453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C0E5A-EF52-4E85-BCF1-C812AB12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F9F04-7100-4625-86B4-FA872F93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プレゼンは、ページ制作ではない。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5A1DD-DD7B-425C-9C4D-2458672A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意思決定の設計である。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01863-A8C1-439B-97D6-3CAE55D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1FC01-F172-4135-9BBE-8AFD5DC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A121B-7AA1-4DC2-B204-D70F12F7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D5B86-4929-4A8C-AE8E-FFC9712B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9FF30-05C8-488B-93ED-9F24A0C3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理解する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63530-5C6C-447A-9C75-A889001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8A8AF-BEF2-4E0A-8DA8-946BA728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18F9A-745F-4635-AC15-BA53F86D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9394D-8BEB-4406-A62A-67352615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64620-4851-4F28-A2BF-771DD4D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FA3C4-F5B8-4579-9BD6-B274475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D38C5-5F1A-4C7F-99AB-F7A75AF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00B23-6E5B-45EB-9E8A-771EEB2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B097D-B633-472C-89D0-E03406E2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C02D2-80FA-4C8D-80BC-E8F4CB07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信じる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77C60-3B0D-4179-9BEF-0A4446E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61DEDE-3DCA-496D-ADA6-2ECAE97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18537-A744-4363-964D-77D5F70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74BF7E-936D-4D3B-BEF8-CF6F0AE4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スライドは、この順番を支える“画面”にすぎません。</a:t>
            </a:r>
          </a:p>
        </p:txBody>
      </p:sp>
    </p:spTree>
    <p:extLst>
      <p:ext uri="{BB962C8B-B14F-4D97-AF65-F5344CB8AC3E}">
        <p14:creationId xmlns:p14="http://schemas.microsoft.com/office/powerpoint/2010/main" val="436011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FBAD3-23D6-4773-B27B-2185F1FF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AF9A2-3AF1-48E9-8577-0C3F3B30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FCE20-53EE-49C7-9A84-83C5CC9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1CBCD-EAA3-4141-9718-A444D36E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B464A-3F9E-4362-8768-EAEBFA7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FA40D-5F40-4D8C-93F8-C15BACA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良質な資料は、4層でできている。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FC9D7-DCE9-4F5B-9F8D-09B6367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rPr>
              <a:t>下から順に固める。デザインは3番目。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3C004-158E-409A-9042-A8F3AF7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F0D27-0315-48F7-A0EE-3ECFDB19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B1AFA-D9FF-414C-BA89-55D6CFC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0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99527-01FA-4A2F-B1B4-8B32C2E6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384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相手の判断が進む順番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2AF9-7B3B-4AA5-82AF-558DA9F1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185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E1A89-05D7-4959-9929-3B2FDB2F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52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7F70-64A1-498A-915A-95BCA15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24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E3C85-1560-4473-B09F-46ECD469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1枚で言うこと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B5402-3CF0-441F-854B-0E058A2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F6C9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F96D6-2BBD-4C16-A7A6-202E17D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7170E-41DD-4A27-812A-4B079B65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0DA68-57F3-442E-B5D2-13C9CCF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862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主張に合う見せ方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865E7-2D16-424B-92FA-FC95CE8F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482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34FAB-30D0-422C-93DC-50EFEAC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00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C1A67-FD14-4D23-AD12-0D61A10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CEAAA-9355-42E1-A2A8-195BA45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0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誤り・崩れを検査</a:t>
            </a:r>
          </a:p>
        </p:txBody>
      </p:sp>
    </p:spTree>
    <p:extLst>
      <p:ext uri="{BB962C8B-B14F-4D97-AF65-F5344CB8AC3E}">
        <p14:creationId xmlns:p14="http://schemas.microsoft.com/office/powerpoint/2010/main" val="1174690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68080-3559-4673-A80B-0203B759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50780-8A79-419F-85F1-D9FFB3F0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01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F4F82-7130-42EF-87C3-CCE1A6EA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A9624-362A-45F2-98D8-45E58F7C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111E5-ED32-451C-81FD-C3691CAF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FFAF7-59A2-4FEF-BBF6-73F48DA5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最初の10分で、4つを決める。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B91C5-5B6C-4D4B-9DB8-84200650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AIに渡す前に、人が答える質問です。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5C80-5020-4ACE-8EEF-CE10DD4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WHO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63C6A-CDBA-4E49-AB15-4F11F54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誰が読む？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4DE7A-8867-4FE9-8078-029E47CB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役職・知識・不安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785A5-6C26-4C0C-A11C-C869430B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78B4B-7F7A-43DB-812A-065DC1A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60C21-446B-43E9-96FB-D0C4C84B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C8BEF-E41C-452D-94A7-E1859BE7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何を決める？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7E7BD-AECC-424B-A74D-ACBD8A03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会議後の選択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C6AC8-B454-415E-932C-FDA688D3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A40DD-128E-4216-8871-A7A1099D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ACFBC-8857-4C66-AE5D-4B80CA04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05686-1BBB-4753-8FB9-733573E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何で信じる？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79560-1A9B-4802-94DB-71756F8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数字・実例・比較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5EE8A-B314-47D5-B2B7-D28E54E9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749DF-90FA-4884-B75E-AD50100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B5525-ED2C-40F9-BB3F-5593998C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1C71C-E694-4483-9EA0-BFAAD16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次に何をする？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4FE0BE-6394-4F9F-B365-2888BCB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承認・返信・予約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C59A8-4796-4E49-AA6D-AC0ECC74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7721A-303F-49C2-9D9A-F3578D2F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52460-9C9E-43CD-A486-6A591D4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44C5E-2489-4A99-8691-2D52D4C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1文で言う：この資料は［誰］が［何］を決めるためのもの。</a:t>
            </a:r>
          </a:p>
        </p:txBody>
      </p:sp>
    </p:spTree>
    <p:extLst>
      <p:ext uri="{BB962C8B-B14F-4D97-AF65-F5344CB8AC3E}">
        <p14:creationId xmlns:p14="http://schemas.microsoft.com/office/powerpoint/2010/main" val="570599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d3d424257423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4ABCA-C9EE-4E07-85CD-B9EFAFE3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2390-C724-4C53-B993-0741810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041A3-B682-42C3-A0CA-9D94284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02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F61A-6E18-4456-8B75-C49DC5D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C2B1B-A10B-4F36-8BB8-673CDF16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0AAAE-B90D-4A3F-B4FD-F862976A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78CAC8-5943-47A9-88DF-05C050CE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6477000" cy="2114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2E12A-F4BD-496D-AAA5-153FD974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情報を並べず、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物語の“圧力”をつくる。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627B8-8591-4574-851D-31616D40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現状 → 問題 → 転換 → 根拠 → 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0DA1D-E248-4AAC-A2FB-484574E5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DB80-8B83-4892-9456-FEBACB33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C46EA-FA5F-431B-95D7-DCBF154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9A43C-5080-42BD-95C7-AED238EF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今どうなっているか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9B1FB-DB21-4378-9F21-8308BA96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F6B5C-CC5D-4A4B-8840-F69DB3EA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48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2280E-122D-42D9-968C-AE7E9E03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CB280-7520-4F5F-965E-D3F3561B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なぜ放置できないか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B85E2-8C32-4831-ACCD-6C5C227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67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F1530-3A87-462A-8956-67C70EEF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7FC99A-46D5-4A98-B998-B573808A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9C696-5641-4D57-B5D8-C25E02C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何を変えるべきか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ED7AE-5CDC-4D8E-BDD6-67E1ED7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タイトルだけを読んでも、話が通るか。</a:t>
            </a:r>
          </a:p>
        </p:txBody>
      </p:sp>
    </p:spTree>
    <p:extLst>
      <p:ext uri="{BB962C8B-B14F-4D97-AF65-F5344CB8AC3E}">
        <p14:creationId xmlns:p14="http://schemas.microsoft.com/office/powerpoint/2010/main" val="896132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86C6C-8941-4A9A-BF02-2636EC38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ED6E5-DD49-47FD-8129-A946616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75436-455B-4629-AFC5-82E6D131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86B75-61FD-41FA-A026-DF33354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7EBBE-35EE-455C-86E1-92922A8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0D8E6-B2C6-4CF9-B8EC-C527BF4F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タイトルは“話題”ではなく、“結論”を書く。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87651-3895-4A75-B5C6-29A3507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7F662-D178-4B35-9D1B-2DDD0380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TOPIC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F0791-65EB-4370-803C-9A9D830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AI導入について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EB1BB-1D6E-42FA-903E-455BBC48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読み手は、本文を読むまで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何が言いたいか分からない。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6F38A-1A97-42ED-BD0B-18A8E412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052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85659-1668-49F1-9E4D-5B870B0C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7B7E2-17B1-47FA-A84A-ECB6B67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1E1AC-6E66-4F61-A28E-66EFBFF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248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最初は3業務に絞ると、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AI導入は定着しやすい。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B3F8-D183-4536-B24F-040662A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タイトルだけで、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次に何を考えるかが分かる。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06652-8592-45D9-BC06-260371C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全タイトルを縦に並べ、1本の文章として読めるか確認する。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234744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2AB30-DB4A-4639-8A7E-6CF67C73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FBFE7-C919-4D40-A055-3B91623B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181B9-10F5-417F-BEB2-B448E356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D83E0-5A61-41F0-8461-5C670FF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CD400-236A-4FFB-B28B-A3388FAD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0E05C-0A8D-4A33-9BD2-DEDA0BA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1枚に、1つの主張。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0734A-38CF-4484-A3F3-3DC49A7A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情報量ではなく、視線の行き先を1つにする。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B3EA0-3817-479F-86B8-9294317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4577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3"/>
          </a:solidFill>
          <a:ln xmlns:a="http://schemas.openxmlformats.org/drawingml/2006/main" w="9525">
            <a:solidFill>
              <a:srgbClr val="4A4E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8491D-3184-48ED-A9CC-35F52EBA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× 3つ言いたい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1EE23-787D-4B98-857F-EEEDB658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255CB-1EF3-467F-9080-E36CFBCF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5F9F-51AF-462F-98EC-4CF2910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620B6-8525-4917-866E-07E46515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63936-1882-44DE-AB7B-7F066501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2158A-01AA-444B-A6F0-094FA2E6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3B6A1-0501-471F-97B1-5F105D13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243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7D966-675F-4C61-957C-C6C2CA9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14AC1-0761-46D0-AE6D-33F5C08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48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機能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B62F3-FCB1-46C6-A0D3-3D6CEBEF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76B69-5687-45D6-ABCB-384A599F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7F93C-76BA-41BC-90FB-7C3B7778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328F2-240B-4D5B-A067-3A1137F4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84E6B-F226-47FB-B53B-11818B1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CEC6D-8CE2-4E83-A1A1-4AE125A8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価格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63F8E-48E2-4443-BD93-5D4B6E2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BD808-E682-4AA9-A48E-AE5744EE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2DB63F-6D76-40F8-A4AC-66E7A7A2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84785D-1714-4D99-A8BF-B103B683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543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AF2B3-8F5A-4CB5-B353-397E9D19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○ 1つだけ伝える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58B2C-E8DD-4423-8A97-571E2E3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今月は、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提案書作成から始める。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4F9BA1-C9A2-45A4-97B6-0AB705B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2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F5809-A209-4B23-B2F1-B1188A5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95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理由は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15052-3F20-4565-8824-CFD83590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補足は、話す。載せない。別紙に逃がす。</a:t>
            </a:r>
          </a:p>
        </p:txBody>
      </p:sp>
    </p:spTree>
    <p:extLst>
      <p:ext uri="{BB962C8B-B14F-4D97-AF65-F5344CB8AC3E}">
        <p14:creationId xmlns:p14="http://schemas.microsoft.com/office/powerpoint/2010/main" val="2379908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B1D41-9C0F-4960-ACF7-64B91EA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9DC1D-ACD0-4321-9B17-03CEDF67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84B3B-C4E2-4FD4-866B-D94B2702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572D5-B8DD-4547-ABC6-09812880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B74A1-734E-4E22-8C38-4E14DAC4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941E2-E5DE-4381-A939-40ADB4E6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主張が決まれば、見せ方は5択になる。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72430-00C8-4B35-993E-9495FAD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0E245-2E81-4866-9F7E-132CE219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E17D6-4FBD-4903-8B71-33C95F47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29A6E-0B53-4E09-BE37-DE35B0A5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一言を残す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BE9A7-3D34-48B9-AE43-41D963B4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B7AE7-59F7-47D2-BF68-8F24D799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609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98A0E-EEBC-4F30-B30E-E3E4EB9E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A9DE3-E32D-4EA5-B9FF-A608E19E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D95FF-11EE-404D-B1D6-8D45301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違いを選ぶ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DD8B3-C0A1-4EC6-A975-221204A2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97980-9DF5-4CF1-9C93-873EDEFE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787E3-E91A-4646-AABE-BF4A4382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A96D2-E7B3-4F78-8E7D-2C31F7B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64A50-B842-44C3-A1E8-92849C8A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8A642-316F-4860-91B3-D4CF2A63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FB5DD-8120-4DA5-9F64-96CC219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工程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B18FC-1E5C-46C1-9259-033A3E6D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順番を追う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89DC8-A124-449C-9654-FB37BC0C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BCED5B-483C-445D-99AE-A33DFF82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24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CCE89-C98A-4AFE-A0E6-23079B59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247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75FEB-72A4-4CAC-8EA4-7290214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47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B5857A-43E6-4671-88FF-0F5A100F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証拠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2278A-CD45-4DF3-8501-0069AC9B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根拠を信じる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ACEAF-244C-48F1-9004-F73DB124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347435-648F-4777-8705-C60CC8D2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4668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970198-3412-4BB3-9FCC-404E329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87BE58-EDC7-4157-B647-97B67528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次へ進む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9BB10-ED40-4E75-9181-79474C3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箇条書きは、他の4つが合わない時だけ使う。</a:t>
            </a:r>
          </a:p>
        </p:txBody>
      </p:sp>
    </p:spTree>
    <p:extLst>
      <p:ext uri="{BB962C8B-B14F-4D97-AF65-F5344CB8AC3E}">
        <p14:creationId xmlns:p14="http://schemas.microsoft.com/office/powerpoint/2010/main" val="1536469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E37AC4-4570-43EE-A27A-0674C69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12233-7E00-4BCA-8D88-27E2E14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B7CEB-ED84-424F-AABA-155AFD89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E7261-DE52-47F6-A2D7-8765DC1B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4DBE7-F40E-427E-BBDA-C1A18A67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31D5B-081C-4621-BF7A-A86BF3BF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装飾する前に、削る。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05B9E-4CC4-408E-BF8A-68D54202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良いデザインは、情報の優先順位が見える状態です。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F4348-445F-4ECA-9417-F182F89F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1529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409A8-0F16-498B-BD3C-522C38F0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47522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98E9A-CBAD-4DB0-B73F-6442480E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AI導入の全体像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3DF42-53B2-44BB-B0E8-C922ED14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114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FF044-CB55-41D4-A3C8-D40B074F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9070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E7561-FAB0-4903-A2B0-4C457CC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6993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5991E-3FFA-4C2C-B965-9214FC1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4917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07B33-BBB6-4D7D-8DA9-6D32C9D6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2840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C949D-627B-4707-BD92-E37D1D5A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B282-D1E9-46EA-9787-566D3A41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8688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DD495-F142-4267-BC51-AB147DFB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15950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737EC-9AA6-4EAC-A81C-CA20ED37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FB5BA-669E-4541-A799-BDDC4CE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全部を1枚に載せる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B4FE7-CC59-4D06-8339-BD993900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81400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C7E7CD-D31B-4BFC-BA6E-B1F59CF6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47434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233795-ABAA-4114-8557-9466F91E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どこから始める？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65507-ECCF-4319-8920-3680E58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463AD-94BC-4AFE-B37C-5886F0A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提案書作成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44EE85-07A7-44DD-A817-68E422C6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BE481A-0FE4-4108-80D9-96E1A7F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判断に必要な1点だけ残す</a:t>
            </a:r>
          </a:p>
        </p:txBody>
      </p:sp>
    </p:spTree>
    <p:extLst>
      <p:ext uri="{BB962C8B-B14F-4D97-AF65-F5344CB8AC3E}">
        <p14:creationId xmlns:p14="http://schemas.microsoft.com/office/powerpoint/2010/main" val="898912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E0F2C-2BD7-4F24-B1E9-0C5E8226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0BF93-8078-4758-8452-13BDECE8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E91D8-D98E-40CC-95FD-8D4C7490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38E23-0591-46C0-A034-F3A48925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8B4D4-4ABD-4D4F-9777-3306280E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4EB62-27DC-4B4B-A305-6C1BF8DA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根拠は、数字を置くだけでは伝わらない。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4FE71-13FE-4136-8AC1-222DE52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主張 → 証拠 → 意味、まで1セットにする。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D6A5E-CCA8-4778-8B76-5347A029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91F2-EB11-40F5-848E-4FF40CE7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704DD-5300-4719-8C04-3AA9233C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04EA0-A434-4883-BA52-0CA9B3AB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8A3B6-8F9E-432E-9D83-12FDCE0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5CDC5-44B1-4299-9443-DA6D74E4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提案書作成から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始めるべき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15C81-B65A-457F-8486-592609DB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1B04A-D863-4DF5-9460-600945A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D0BC3-91DA-47A1-9638-1C9F674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0CE94-EA8E-457D-8814-896E54E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B31F7-94D0-4035-96B9-AE9C839A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94ECD-BB91-406C-A170-8E3C07B3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週8時間を消費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修正回数が多い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97F0D-CBC5-4873-A78E-E160C3B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2FD9B-6A2C-4980-883A-FC1FAB1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089A41-04B6-49EE-B266-264DFB4B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IMPLICATION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93D73-5B63-4D2B-B117-77AD8A7F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効果が見えやすく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定着の入口になる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81B82-531C-4FD8-BE5C-D3786F77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rPr>
              <a:t>出典と“要確認”は、最後ではなく生成時に付ける。</a:t>
            </a:r>
          </a:p>
        </p:txBody>
      </p:sp>
    </p:spTree>
    <p:extLst>
      <p:ext uri="{BB962C8B-B14F-4D97-AF65-F5344CB8AC3E}">
        <p14:creationId xmlns:p14="http://schemas.microsoft.com/office/powerpoint/2010/main" val="7466164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7B815-CE81-4859-96C1-DA846AEC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DAC0B-648A-4124-BDDB-1656337A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966D1-361C-4D85-B37C-8CF203B0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FB4A4-221F-4B75-B726-BEDF9AD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9A94B-922A-45EC-A957-7995396C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2ED28-3E41-45CA-AB5D-D8B05387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毎回ゼロからデザインしない。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0DE2B-A849-4F2D-B87F-C0370573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AIに渡すのは、テンプレではなく“選択ルール”。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8B330-BF99-40E2-8590-3960630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486DF-DF33-4FC0-91FF-2C22DDE8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55F04-ED25-4754-A851-1DB5B5E0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6ADE-7B20-4861-9DF7-BAEC1151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FA5F9-AA84-453E-BCAE-DF340BEA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AB8E1-760B-4FE4-80AA-15A65B4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29F60-7E70-4EF7-981C-581ADD99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1色を主役に、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強調色は1ページ1つ。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A1FE0-E303-4272-8F73-27B31AEA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F79AC-3A4F-4C36-8AC3-30531B6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99E51-307E-4786-A1A8-AB06CE31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結論は大きく。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説明は短く。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70CC6-F3BC-4413-A2C2-0EF1737B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49C9B-00E1-4637-8AB7-F4246516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75ED7-345A-492E-84DA-EA59D9E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0EE286-CF18-4442-ACF7-67FEFA42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97D71-F058-44CC-8D71-0DB7BF7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5EE58-9E4A-4422-A9A4-87A634C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6C255-3915-44E7-9447-913E06E5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890BC-AB82-4FA5-A400-93A4F52C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8E109-8702-47A7-BAEE-6F745E24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152F4-67CD-47A0-9418-5107959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1480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883B3-2B22-455E-9FC8-0D03D13A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FB4E7-2D85-4BE8-AE87-AF89BB35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BA5EF-8404-4978-9CD4-E357674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8E3EE-BE8D-4625-8D1D-5D1AAC3D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DCEA26-A8E2-4BC4-A018-F97708E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1133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8117BF-5D90-4EDA-ABCA-4F27F992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816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D78108-22BE-43C5-8158-F96EF05A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9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型を変え、ルールは変えない。</a:t>
            </a:r>
          </a:p>
        </p:txBody>
      </p:sp>
    </p:spTree>
    <p:extLst>
      <p:ext uri="{BB962C8B-B14F-4D97-AF65-F5344CB8AC3E}">
        <p14:creationId xmlns:p14="http://schemas.microsoft.com/office/powerpoint/2010/main" val="12987473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0999A8-28B2-46F2-A933-CBCC244C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4D0B-A181-4253-98E3-17F0DCC8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528D-89CE-44A7-95AA-A29BA5C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1A90B-A54F-4AF2-9534-5FE350A9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1A47B-BBB6-4182-9EEB-BC522976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9495-FA7A-4616-A08D-A2474D2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AIへの指示は、3段階に分ける。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16E7B-A5C5-4B2A-924D-BE5451C6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一発生成より、判断の順番を守る方が強い。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721DF-DA2F-473E-B8ED-438C8EF6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16820-EB1D-4085-8271-115BE4F7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D729-0AAA-493A-8194-58E3C16F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ADD2B-0129-4F80-A1A8-98C22C05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相手と目的を固定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CA3D20-DD8D-4659-A0C2-EBBAB9B2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0C114-843A-4AE3-AE8E-2AD6EB10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D24E86-AB54-42A2-A7A5-233B8CD3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8FC3F-2FE0-4AB4-8F37-EE58D795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GHOST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277FA-B383-401C-8C6C-0018936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タイトルだけで物語を作る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A455B-9C23-4829-AF80-7B2C9DF6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9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2C88C-E3CF-4D63-85D5-622E5AEE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69E03-AB91-4F89-B63A-C47A62B1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3834B-7F29-408A-AC1B-19885F89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SLIDE SPEC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A9A7A-3AFD-4C91-ADB3-38CAF11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1枚ごとの見せ方を決める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6E1C1-5081-4994-96EA-EEBC6D0F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各段階で人が承認してから、次へ進む。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8818556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67E2-458E-476B-BE06-1C5F2B8A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5E407-73F0-4753-BCB2-44EC8D53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PROMPT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1B5F5-2FDF-43A5-8783-0493DE52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DF403-584F-4DF1-B966-A0F22117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FA031-4F12-4E82-BB06-E00B65F5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BA7C4-689D-4006-826F-CA711B3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まず、資料の設計条件だけを作らせる。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1DB7F-393A-4645-8AAC-28B0DAE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820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D31"/>
          </a:solidFill>
          <a:ln xmlns:a="http://schemas.openxmlformats.org/drawingml/2006/main" w="9525">
            <a:solidFill>
              <a:srgbClr val="4B4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D77E2-A01C-402A-9090-365E31D0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A42DB-44E5-4C18-AE2B-DDD8107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906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あなたは経営者向けプレゼンの編集者です。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以下の素材から、スライド本文は作らず、まず設計ブリーフだけを作成してください。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読み手：役職、前提知識、不安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決めてほしいこと：会議後の具体的な選択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信じるための根拠：数字、実例、比較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次の行動：承認、返信、予約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 使わない情報：今回の判断に不要な素材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BBA6D-D921-4878-9BE9-EB34F44B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入力：目的 / 読み手 / 手持ち素材 / 制約 / 希望ページ数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13E63-4870-4082-A508-0897C8EA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出力を見て、人が“決めてほしいこと”を修正する。</a:t>
            </a:r>
          </a:p>
        </p:txBody>
      </p:sp>
    </p:spTree>
    <p:extLst>
      <p:ext uri="{BB962C8B-B14F-4D97-AF65-F5344CB8AC3E}">
        <p14:creationId xmlns:p14="http://schemas.microsoft.com/office/powerpoint/2010/main" val="2126530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2A7F3-6147-45CC-B87D-4675F59F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5DCEF-1F2D-4B46-BE64-E8D261E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16FC0-CBD7-4526-8A8F-615688A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FD961-995C-4AB7-8497-1BF294F0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72638-ED82-427F-9E57-BCC7871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ACE0E-B5FE-41BC-88FF-3147AF06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次に、タイトルだけで物語を作らせる。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E911D-5CB6-4FDB-8446-539D5E4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610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686A3-B71E-446D-A919-22B85793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A16E4-D2BB-4EAB-97DB-89509E0B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先ほどの設計ブリーフを使い、全ページのタイトルだけを作ってください。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条件：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・各タイトルは話題名ではなく、完全な結論文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・タイトルだけを順に読んで、問題→原因→解決→行動が通る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・同じ内容を繰り返さない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・各タイトルは1〜2行に収める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最後に、タイトルだけを読んだ時の論理の飛躍を指摘してください。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A8FC-28EC-4F2A-AF22-AD164FD1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924D3-5196-4AEE-ACBA-79E6ED8F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現状：資料は速く作れる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0B399-4B89-4C54-B096-863ACF2C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AF5AC-8082-46FE-901F-39D4DF92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E7A61-6A01-4440-8A56-D14EB851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問題：判断は進んでいない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842DE-7402-4722-A6DC-55816FB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6A9C7-250C-427E-968F-5C2DBA62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7BF73-EAE6-40F0-B0D1-E75575E0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原因：主張が決まっていない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8FA79-B297-4647-9250-33DD94F5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36A69-E252-4737-A306-5C6717D8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79C1C-E163-4805-9128-C364143C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解決：先に物語を設計する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D3CC1-7B23-4C29-9E08-F1DA918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079CE2-24C0-49BA-9FD3-1E434619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24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61D28-88DA-4184-89AB-B0FA89A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86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行動：1本で試して検証する</a:t>
            </a:r>
          </a:p>
        </p:txBody>
      </p:sp>
    </p:spTree>
    <p:extLst>
      <p:ext uri="{BB962C8B-B14F-4D97-AF65-F5344CB8AC3E}">
        <p14:creationId xmlns:p14="http://schemas.microsoft.com/office/powerpoint/2010/main" val="16640314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319C9-210E-4791-AFB1-E9FCA22E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A4048-72E6-46A0-8970-1CA47D2C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AAE36-361D-47E9-AC18-A23B61CA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9010-EFD4-488E-9E0A-10B7333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3C937-44E3-4EDC-BE8F-C3E4E07D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9ED1C-9198-4381-902D-F2FC8044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最後に、1枚ごとの“設計図”を作らせる。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EF1C3-8168-4DD0-BCEF-34814B1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PowerPointを作る前に、ここまで決めます。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22814-E5F7-4282-97B2-C51BC1F6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F50E0-BF37-415D-A1A0-D91DA40F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A8FFF-D8AE-41B4-97F4-EA21A2D9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このページの結論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C7357-0F9D-4FAE-B3DE-34B8DC5E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4C2E6-D56F-4F1F-AEF6-DC29DAB0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1034B-18BD-4B91-B0FD-F20EB187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結論を支える根拠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3A33B-27F3-43F3-9D1E-6A13C299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5C7FB-F619-4923-B7FE-ACE6B3D9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VISUAL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C936E-D7BF-4043-8A54-B49978BD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 / contrast / process / evidence /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78C23-2384-4469-8118-390880C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19F17-76E2-46DA-9A76-3A342F29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06F6C-7A47-4F8E-A29D-2D1E955D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視線の流れと余白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D5A45-E7AF-45C5-A01C-CED7BF4B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94860D-1BB3-4A12-AB0B-34FB1125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EDE9D-1DD6-474C-8E56-AB99E604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出典・要確認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7513F-3D03-4380-847B-1664C2F1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09CB4-DBD5-429D-BB5D-3E3BA47D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SPEAKER NOTE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8BA17-EC69-418D-AFCB-0E9E6293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口頭で補う内容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75506-E5AE-44B9-B8AE-8C7D93C4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3E52F-4A30-48B6-A241-EFEB3D06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82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6ACF0-C925-4786-BA0B-2AC49ECD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AIには「タイトル＋本文」ではなく「主張＋根拠＋見せ方」を渡す。</a:t>
            </a:r>
          </a:p>
        </p:txBody>
      </p:sp>
    </p:spTree>
    <p:extLst>
      <p:ext uri="{BB962C8B-B14F-4D97-AF65-F5344CB8AC3E}">
        <p14:creationId xmlns:p14="http://schemas.microsoft.com/office/powerpoint/2010/main" val="15126165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3B4A0-E967-4AE7-BABF-4C922511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19C09-D3F7-40B4-A974-992EF5FB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CB840-DD32-45A8-8A97-FC970D80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C0689-9739-4AC9-A59E-4A5B0EBB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F5EDC-ACD2-4F24-AE29-194740BE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DA03D-5F62-4DB8-B406-57E2C5B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AIと人の仕事を、交互にする。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98C02-AEE3-4745-AA1E-DB8843B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rPr>
              <a:t>一括生成ではなく、判断 → 展開 → 判断のリズム。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EA374-B743-47CB-A473-44E85172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67AD7-83D8-4118-A4AF-D76E321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06E95-6767-4136-A9CC-774194A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目的を決める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C28A2-B52F-41B4-9346-02E4F30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29852-1C11-4B88-A33A-8BF85B5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037E8-1F1B-4093-9959-643288C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75457-DD38-4F9D-86E0-1E233C36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50031F-C9B8-4258-9230-2381B2F1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構成案を出す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A0D7D5-86EC-4849-BABF-CBB31F16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043A4-844B-4395-B575-A5F28E90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2F67BD-4FE1-414E-8238-603715D3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6B2F9-B886-481D-8EA1-280CF609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6AD261-9732-4007-A1E0-0A4B92C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主張を選ぶ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47F3F-3759-4528-AFB3-D7102CED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E7EBB-9DD8-475E-B368-92266214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B04A76-836C-46FA-A324-920F6184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1F9FA-22EA-4985-93ED-4C236D0D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7BC08-0887-4E1C-A4C3-F0DB0C0C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視覚案を出す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BFD90-E6B5-4AD8-861B-F8C01228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73CA7-E107-4E31-9C77-88844C39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FA216-3B4A-44F2-B9BD-3FE5131C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3D163-EA9F-4884-92AB-44F3BFE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2C356D-BC57-4894-B12B-CEB7A7F9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全ページを検査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28822-A674-4067-8989-6E070BA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人：意味と責任を持つ　　AI：選択肢と速度を増やす</a:t>
            </a:r>
          </a:p>
        </p:txBody>
      </p:sp>
    </p:spTree>
    <p:extLst>
      <p:ext uri="{BB962C8B-B14F-4D97-AF65-F5344CB8AC3E}">
        <p14:creationId xmlns:p14="http://schemas.microsoft.com/office/powerpoint/2010/main" val="13217343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25C174-E645-4C95-876E-BE33935E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BA917-4590-4369-BA55-9C784F8F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FINAL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C70F0-1BD2-4530-94D1-ABAA89B4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53416-5165-487A-B163-135BE015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E60F1-30C2-4BBE-8CFA-262FD83F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649B4-1AC5-4E09-8990-0A817DBE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完成条件は、“生成できた”ではない。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68FE9-82AD-42A2-B6BA-2F126555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全ページを画像で見て、5項目を通す。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468BF-3B7A-4F0A-8CED-49D43E98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755B0-F8DB-4C7A-B278-218B61AA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ECD77-A4DC-4449-A90C-EE09F4C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ED587-C108-46F9-9CCB-38F76B0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タイトルだけで話が通る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E1F70-8347-4C88-B20A-26310FB8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94DE0-6FA0-42BC-B117-E77CB45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0D8D9-18C5-4B5D-8F74-FE9D8EA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4EA15-0694-474E-825D-2A6DF3F1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FD224-F4BE-456C-9432-BBF3CBA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1枚に主張が1つ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9243AE-C8CE-43F6-8AEE-1C46504C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8770C-D182-4A39-B99D-4C68BEE8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237E98-D0C9-40E5-8E8C-2C650AA9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35D6B-7FEA-4B78-BFA5-8EC5FF0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4F9788-D167-4AF4-B4B8-C89899D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文字切れ・重なりがない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3E263-FE78-4FB4-AC98-8939E978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3BF3D-850B-4F55-9C93-D8A22FF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306A1-A4ED-4B01-ADE8-8492A646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02CDC-906A-4D77-8A7C-393FB70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1A459-3673-4C1D-80BC-DB394827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数字・画像・出典を確認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D70B9-DC03-4C8D-8A4C-E51758B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BEC25-B6F6-40E5-86D8-39DEC0B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A24ED4-B4D3-41B9-B1F4-2A102969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C374B-951D-4E33-B538-BB69003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ACCD2-7955-4F14-BC64-69E9FB66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色だけに頼らず読みやすい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544F02-5855-4DCD-97E9-EE9B815A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51C83-A82B-4E81-861D-A60FDCC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886927-6CAB-4257-A251-FE77503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最後に見るもの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5964E2-04A9-48E3-B7BE-5F70229A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スライド一覧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→ 各ページを100%表示</a:t>
            </a:r>
          </a:p>
        </p:txBody>
      </p:sp>
    </p:spTree>
    <p:extLst>
      <p:ext uri="{BB962C8B-B14F-4D97-AF65-F5344CB8AC3E}">
        <p14:creationId xmlns:p14="http://schemas.microsoft.com/office/powerpoint/2010/main" val="723435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A1264-9190-4E1B-BBE7-F170AFE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3E239-2DF9-448B-997A-73DCE1C5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MASTER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A05BA-5DE2-4455-88AA-987B920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FE12E-3556-4D83-B5DD-D31A0B5B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BADB8-8237-441A-A990-0E57095F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4028C-5A82-4A7E-B09C-444F06BA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この1文から、制作を始められる。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D4DA0-ED38-4904-A1BB-687760F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2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B0538-20C0-49E0-80CE-9D55C001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AI PRESENTATION MASTER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0469D-114A-4DBD-8C2D-27BC92E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906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あなたは、意思決定を設計するプレゼン編集者です。次の順番を飛ばさず進めてください。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読み手・決定・根拠・次の行動を確認する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② タイトルだけで全体の物語を作る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③ 各ページを1主張に絞る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④ 主張に合う visual type を選ぶ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⑤ 各ページの出典と要確認項目を示す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⑥ 全ページを画像で検査し、重なり・文字切れ・単調な反復を修正する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不足情報は勝手に埋めず、仮定として明示してください。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FF4AB-82EB-4A55-8533-432CF760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入力欄：目的 / 読み手 / 素材 / 制約 / 希望ページ数 / デザイン方向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71281-CB40-4701-944E-E42B9D8F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重要：初稿を完成扱いしない。</a:t>
            </a:r>
          </a:p>
        </p:txBody>
      </p:sp>
    </p:spTree>
    <p:extLst>
      <p:ext uri="{BB962C8B-B14F-4D97-AF65-F5344CB8AC3E}">
        <p14:creationId xmlns:p14="http://schemas.microsoft.com/office/powerpoint/2010/main" val="5049074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d5c98727b4a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987D2-C78B-4C5E-A7B6-505F4EB0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FFA51-5EE7-4949-8411-E81173F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6299F-8726-4B38-BBC4-EA76DF03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014F-C342-404C-9A7F-8FA9980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18135-C35E-403D-A2DE-D38F0D2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AB7BF-A422-4553-BB50-95080168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C64FF-A3D9-414F-8E03-8EE0BC11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まず1本、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自社資料で試す。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A6874-C68C-4C7A-B3F0-FA03C3C3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汎用ノウハウを、自社の営業・採用・会議資料に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移すところまで一緒に設計します。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BB08A-1BCE-40A3-890B-43F22C53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無料顧問1回分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6D537-96C1-4086-A67F-8594417F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3C11B-EF37-46BA-9C7B-E685C8FD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資料の目的を1つに絞る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D736-AFA3-41F9-A1FB-0948C44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570AC-3EF2-4D2E-ABBE-D155D00E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最初のghost deckを作る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6AB25-31FA-4D35-A2BC-BB677D0B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34605-DE4E-46F8-BE0B-A7FAB0F2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AIに任せる範囲を決める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7E162-699B-4E5F-9C20-11EAE58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31E4C-FCC3-418C-B552-F43E3886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自社資料を1本、持ってくる</a:t>
            </a:r>
          </a:p>
        </p:txBody>
      </p:sp>
    </p:spTree>
    <p:extLst>
      <p:ext uri="{BB962C8B-B14F-4D97-AF65-F5344CB8AC3E}">
        <p14:creationId xmlns:p14="http://schemas.microsoft.com/office/powerpoint/2010/main" val="658780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2026-07-28T12:23:30.6040000Z</dcterms:created>
  <dcterms:modified xsi:type="dcterms:W3CDTF">2026-07-28T12:23:30.6040000Z</dcterms:modified>
</coreProperties>
</file>