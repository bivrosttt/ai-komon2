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b82deecd014298" /><Relationship Type="http://schemas.openxmlformats.org/officeDocument/2006/relationships/extended-properties" Target="/docProps/app.xml" Id="Rd9876b762b1a4666" /><Relationship Type="http://schemas.openxmlformats.org/officeDocument/2006/relationships/officeDocument" Target="/ppt/presentation.xml" Id="R2514461dd9e34c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3b530771ac4f2e"/>
  </p:sldMasterIdLst>
  <p:notesMasterIdLst>
    <p:notesMasterId xmlns:r="http://schemas.openxmlformats.org/officeDocument/2006/relationships" r:id="Rfb8123306c7f4a5f"/>
  </p:notesMasterIdLst>
  <p:sldIdLst>
    <p:sldId xmlns:r="http://schemas.openxmlformats.org/officeDocument/2006/relationships" id="256" r:id="R386a79f4645e4dbe"/>
    <p:sldId xmlns:r="http://schemas.openxmlformats.org/officeDocument/2006/relationships" id="257" r:id="Re2b2eacd14f24b0c"/>
    <p:sldId xmlns:r="http://schemas.openxmlformats.org/officeDocument/2006/relationships" id="258" r:id="R3c4f00e9f0c44245"/>
    <p:sldId xmlns:r="http://schemas.openxmlformats.org/officeDocument/2006/relationships" id="259" r:id="Rce1b3539956a42fc"/>
    <p:sldId xmlns:r="http://schemas.openxmlformats.org/officeDocument/2006/relationships" id="260" r:id="Rbeb02d1f12774196"/>
    <p:sldId xmlns:r="http://schemas.openxmlformats.org/officeDocument/2006/relationships" id="261" r:id="Rf79ae7ffc0b84fbd"/>
    <p:sldId xmlns:r="http://schemas.openxmlformats.org/officeDocument/2006/relationships" id="262" r:id="R5be3e770d05d4b18"/>
    <p:sldId xmlns:r="http://schemas.openxmlformats.org/officeDocument/2006/relationships" id="263" r:id="Ree045ed3f2bb4c91"/>
    <p:sldId xmlns:r="http://schemas.openxmlformats.org/officeDocument/2006/relationships" id="264" r:id="Re8494556223e4fbe"/>
    <p:sldId xmlns:r="http://schemas.openxmlformats.org/officeDocument/2006/relationships" id="265" r:id="R61ad12c15a224541"/>
    <p:sldId xmlns:r="http://schemas.openxmlformats.org/officeDocument/2006/relationships" id="266" r:id="Rbdbd8eb49a7d4573"/>
    <p:sldId xmlns:r="http://schemas.openxmlformats.org/officeDocument/2006/relationships" id="267" r:id="Rc30319cabeab4671"/>
    <p:sldId xmlns:r="http://schemas.openxmlformats.org/officeDocument/2006/relationships" id="268" r:id="R7f3f9f0180b5495e"/>
    <p:sldId xmlns:r="http://schemas.openxmlformats.org/officeDocument/2006/relationships" id="269" r:id="Rf0525e73aa7c4f49"/>
    <p:sldId xmlns:r="http://schemas.openxmlformats.org/officeDocument/2006/relationships" id="270" r:id="Rd4b91a8956e74a1a"/>
    <p:sldId xmlns:r="http://schemas.openxmlformats.org/officeDocument/2006/relationships" id="271" r:id="R787a228cb1084db3"/>
    <p:sldId xmlns:r="http://schemas.openxmlformats.org/officeDocument/2006/relationships" id="272" r:id="R202bac06769144fb"/>
    <p:sldId xmlns:r="http://schemas.openxmlformats.org/officeDocument/2006/relationships" id="273" r:id="Ra9f06362fffe4ffa"/>
    <p:sldId xmlns:r="http://schemas.openxmlformats.org/officeDocument/2006/relationships" id="274" r:id="Rb16faceb8e134f81"/>
    <p:sldId xmlns:r="http://schemas.openxmlformats.org/officeDocument/2006/relationships" id="275" r:id="Rf07f26a1cee34857"/>
    <p:sldId xmlns:r="http://schemas.openxmlformats.org/officeDocument/2006/relationships" id="276" r:id="Re6c498e5afa14397"/>
    <p:sldId xmlns:r="http://schemas.openxmlformats.org/officeDocument/2006/relationships" id="277" r:id="R1f8932530be64d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476016988e43b9" /><Relationship Type="http://schemas.openxmlformats.org/officeDocument/2006/relationships/slideMaster" Target="/ppt/slideMasters/slideMaster1.xml" Id="R113b530771ac4f2e" /><Relationship Type="http://schemas.openxmlformats.org/officeDocument/2006/relationships/notesMaster" Target="/ppt/notesMasters/notesMaster1.xml" Id="Rfb8123306c7f4a5f" /><Relationship Type="http://schemas.openxmlformats.org/officeDocument/2006/relationships/presProps" Target="/ppt/presProps.xml" Id="Rb6f6dfd26bde4a48" /><Relationship Type="http://schemas.openxmlformats.org/officeDocument/2006/relationships/tableStyles" Target="/ppt/tableStyles.xml" Id="R0630742a4f554f48" /><Relationship Type="http://schemas.openxmlformats.org/officeDocument/2006/relationships/slide" Target="/ppt/slides/slide1.xml" Id="R386a79f4645e4dbe" /><Relationship Type="http://schemas.openxmlformats.org/officeDocument/2006/relationships/slide" Target="/ppt/slides/slide2.xml" Id="Re2b2eacd14f24b0c" /><Relationship Type="http://schemas.openxmlformats.org/officeDocument/2006/relationships/slide" Target="/ppt/slides/slide3.xml" Id="R3c4f00e9f0c44245" /><Relationship Type="http://schemas.openxmlformats.org/officeDocument/2006/relationships/slide" Target="/ppt/slides/slide4.xml" Id="Rce1b3539956a42fc" /><Relationship Type="http://schemas.openxmlformats.org/officeDocument/2006/relationships/slide" Target="/ppt/slides/slide5.xml" Id="Rbeb02d1f12774196" /><Relationship Type="http://schemas.openxmlformats.org/officeDocument/2006/relationships/slide" Target="/ppt/slides/slide6.xml" Id="Rf79ae7ffc0b84fbd" /><Relationship Type="http://schemas.openxmlformats.org/officeDocument/2006/relationships/slide" Target="/ppt/slides/slide7.xml" Id="R5be3e770d05d4b18" /><Relationship Type="http://schemas.openxmlformats.org/officeDocument/2006/relationships/slide" Target="/ppt/slides/slide8.xml" Id="Ree045ed3f2bb4c91" /><Relationship Type="http://schemas.openxmlformats.org/officeDocument/2006/relationships/slide" Target="/ppt/slides/slide9.xml" Id="Re8494556223e4fbe" /><Relationship Type="http://schemas.openxmlformats.org/officeDocument/2006/relationships/slide" Target="/ppt/slides/slide10.xml" Id="R61ad12c15a224541" /><Relationship Type="http://schemas.openxmlformats.org/officeDocument/2006/relationships/slide" Target="/ppt/slides/slide11.xml" Id="Rbdbd8eb49a7d4573" /><Relationship Type="http://schemas.openxmlformats.org/officeDocument/2006/relationships/slide" Target="/ppt/slides/slide12.xml" Id="Rc30319cabeab4671" /><Relationship Type="http://schemas.openxmlformats.org/officeDocument/2006/relationships/slide" Target="/ppt/slides/slide13.xml" Id="R7f3f9f0180b5495e" /><Relationship Type="http://schemas.openxmlformats.org/officeDocument/2006/relationships/slide" Target="/ppt/slides/slide14.xml" Id="Rf0525e73aa7c4f49" /><Relationship Type="http://schemas.openxmlformats.org/officeDocument/2006/relationships/slide" Target="/ppt/slides/slide15.xml" Id="Rd4b91a8956e74a1a" /><Relationship Type="http://schemas.openxmlformats.org/officeDocument/2006/relationships/slide" Target="/ppt/slides/slide16.xml" Id="R787a228cb1084db3" /><Relationship Type="http://schemas.openxmlformats.org/officeDocument/2006/relationships/slide" Target="/ppt/slides/slide17.xml" Id="R202bac06769144fb" /><Relationship Type="http://schemas.openxmlformats.org/officeDocument/2006/relationships/slide" Target="/ppt/slides/slide18.xml" Id="Ra9f06362fffe4ffa" /><Relationship Type="http://schemas.openxmlformats.org/officeDocument/2006/relationships/slide" Target="/ppt/slides/slide19.xml" Id="Rb16faceb8e134f81" /><Relationship Type="http://schemas.openxmlformats.org/officeDocument/2006/relationships/slide" Target="/ppt/slides/slide20.xml" Id="Rf07f26a1cee34857" /><Relationship Type="http://schemas.openxmlformats.org/officeDocument/2006/relationships/slide" Target="/ppt/slides/slide21.xml" Id="Re6c498e5afa14397" /><Relationship Type="http://schemas.openxmlformats.org/officeDocument/2006/relationships/slide" Target="/ppt/slides/slide22.xml" Id="R1f8932530be64d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5bb7e4662042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868540c990416d" /><Relationship Type="http://schemas.openxmlformats.org/officeDocument/2006/relationships/notesMaster" Target="/ppt/notesMasters/notesMaster1.xml" Id="R16960a1a9b9545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780ea18b64452e" /><Relationship Type="http://schemas.openxmlformats.org/officeDocument/2006/relationships/notesMaster" Target="/ppt/notesMasters/notesMaster1.xml" Id="R2dd1a48a507e4c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5088cf9f0f4133" /><Relationship Type="http://schemas.openxmlformats.org/officeDocument/2006/relationships/notesMaster" Target="/ppt/notesMasters/notesMaster1.xml" Id="R2861ad572f4c4c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d2290ddbb64232" /><Relationship Type="http://schemas.openxmlformats.org/officeDocument/2006/relationships/notesMaster" Target="/ppt/notesMasters/notesMaster1.xml" Id="R1cb578c96f5942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f3a60c86b74854" /><Relationship Type="http://schemas.openxmlformats.org/officeDocument/2006/relationships/notesMaster" Target="/ppt/notesMasters/notesMaster1.xml" Id="Rfed1220940ee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8e7de361724495" /><Relationship Type="http://schemas.openxmlformats.org/officeDocument/2006/relationships/notesMaster" Target="/ppt/notesMasters/notesMaster1.xml" Id="Rb803b34a4cba41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8f79228e8f4caa" /><Relationship Type="http://schemas.openxmlformats.org/officeDocument/2006/relationships/notesMaster" Target="/ppt/notesMasters/notesMaster1.xml" Id="Rbed2756f576a45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a79950f8af41f1" /><Relationship Type="http://schemas.openxmlformats.org/officeDocument/2006/relationships/notesMaster" Target="/ppt/notesMasters/notesMaster1.xml" Id="R38fc6b80072e44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71c15d052f4d53" /><Relationship Type="http://schemas.openxmlformats.org/officeDocument/2006/relationships/notesMaster" Target="/ppt/notesMasters/notesMaster1.xml" Id="R8d07fca801304d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528e3f7bef4eb4" /><Relationship Type="http://schemas.openxmlformats.org/officeDocument/2006/relationships/notesMaster" Target="/ppt/notesMasters/notesMaster1.xml" Id="R2d8f977aacac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7fad3aced84522" /><Relationship Type="http://schemas.openxmlformats.org/officeDocument/2006/relationships/notesMaster" Target="/ppt/notesMasters/notesMaster1.xml" Id="Ref9505eeda8f49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3f607b634047cf" /><Relationship Type="http://schemas.openxmlformats.org/officeDocument/2006/relationships/notesMaster" Target="/ppt/notesMasters/notesMaster1.xml" Id="R9689d8ec363e4a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c40c67c9084ed3" /><Relationship Type="http://schemas.openxmlformats.org/officeDocument/2006/relationships/notesMaster" Target="/ppt/notesMasters/notesMaster1.xml" Id="R02fa417eb5814b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117954312e84ae2" /><Relationship Type="http://schemas.openxmlformats.org/officeDocument/2006/relationships/notesMaster" Target="/ppt/notesMasters/notesMaster1.xml" Id="Ra9de6cf7e1a949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9bdd21931844e1" /><Relationship Type="http://schemas.openxmlformats.org/officeDocument/2006/relationships/notesMaster" Target="/ppt/notesMasters/notesMaster1.xml" Id="R31a205e8141748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afc93a53984f64" /><Relationship Type="http://schemas.openxmlformats.org/officeDocument/2006/relationships/notesMaster" Target="/ppt/notesMasters/notesMaster1.xml" Id="R48d366c768bb42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41085ec79b4590" /><Relationship Type="http://schemas.openxmlformats.org/officeDocument/2006/relationships/notesMaster" Target="/ppt/notesMasters/notesMaster1.xml" Id="R1d0476ba058a48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450dab5bae47e7" /><Relationship Type="http://schemas.openxmlformats.org/officeDocument/2006/relationships/notesMaster" Target="/ppt/notesMasters/notesMaster1.xml" Id="R0d6048bd57ae4c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08a15d45a64da2" /><Relationship Type="http://schemas.openxmlformats.org/officeDocument/2006/relationships/notesMaster" Target="/ppt/notesMasters/notesMaster1.xml" Id="R8583c0541ac8429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37b60f76a3492e" /><Relationship Type="http://schemas.openxmlformats.org/officeDocument/2006/relationships/notesMaster" Target="/ppt/notesMasters/notesMaster1.xml" Id="R006a9a3aa47b4c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90451c0664486b" /><Relationship Type="http://schemas.openxmlformats.org/officeDocument/2006/relationships/notesMaster" Target="/ppt/notesMasters/notesMaster1.xml" Id="Rcb628eb8e78844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88298480224a64" /><Relationship Type="http://schemas.openxmlformats.org/officeDocument/2006/relationships/notesMaster" Target="/ppt/notesMasters/notesMaster1.xml" Id="Re9767f6de95c46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表紙は『AIで自動化』ではなく、『判断を設計する』教材として位置づけます。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生成速度と資料品質を分け、教材全体のゴールを『判断が進むこと』に置きます。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AIが作る量ではなく、編集判断が不足することで品質が落ちる問題を提示します。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海外スキルに共通する失敗パターンを、目的・主張・QAの3つに整理しています。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プレゼンを画面装飾ではなく、相手の認知と行動を順に進める設計として定義します。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構成、主張、視覚化、QAを別工程にすることで、AIが一度に全部を平均化する問題を防ぎます。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用途・読者・判断・証拠・次の行動を明示するプレゼンブリーフです。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Situation・Complication・Resolutionを使い、各ページタイトルだけで筋が通る『ghost deck』を作ります。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タイトルを完全な結論文にし、タイトルだけで論理が追えるか検査します。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1枚の視覚的焦点を1つに絞り、補足は口頭・別紙・次ページへ分離します。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内容の意味に応じて、hero・comparison・process・evidence・actionを選び、箇条書きを最後の手段にします。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文字を小さくするのではなく、主張に不要な情報を削除・分割・別紙化します。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証拠を列挙せず、主張を支える証拠と、その意味を同じページでつなぎます。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配色の支配関係、文字階層、内容に応じたレイアウト型をデザインシステムとして固定します。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ブリーフ、ghost deck、slide specを分離し、各工程でレビューするプロンプト設計です。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最初のプロンプトではスライドを作らせず、用途と判断条件だけを固定します。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タイトルだけで論理が通るかを確認するghost deckテストを、そのまま使えるプロンプトにしています。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スライド本文より前に、主張・根拠・視覚タイプ・レイアウト・出典・話者ノートを定義します。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AIに選択肢を広げさせ、人が目的・主張・公開可否を承認する分担です。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全ページのレンダー、個別表示、オーバーフロー検査、出典確認、アクセシビリティ確認を完成条件にします。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https://support.microsoft.com/en-us/office/make-your-powerpoint-presentations-accessible-to-people-with-disabilities-6f7772b2-2f33-4bd2-8ca7-dae3b2b3ef25</a:t>
            </a:r>
          </a:p>
          <a:p xmlns:a="http://schemas.openxmlformats.org/drawingml/2006/main">
            <a:r>
              <a:t>- https://github.com/FluidForm-ai/fluiddocs-deck-builder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教材の要点を一つの実務プロンプトに集約し、各工程を飛ばさない制約を入れています。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https://github.com/anthropics/skills/blob/main/skills/pptx/SKILL.md</a:t>
            </a:r>
          </a:p>
          <a:p xmlns:a="http://schemas.openxmlformats.org/drawingml/2006/main">
            <a:r>
              <a:t>- https://github.com/Gabberflast/academic-pptx-skill</a:t>
            </a:r>
          </a:p>
          <a:p xmlns:a="http://schemas.openxmlformats.org/drawingml/2006/main">
            <a:r>
              <a:t>- https://github.com/tristan-mcinnis/pptx-from-layouts-skill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最後は抽象的な相談ではなく、実物の自社資料を1本持ち込む具体的な次の行動を提示します。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image generation via OpenAI image tool, 2026-07-28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c048e94f942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73b6684380475a" /><Relationship Type="http://schemas.openxmlformats.org/officeDocument/2006/relationships/slideLayout" Target="/ppt/slideLayouts/slideLayout1.xml" Id="R9170dfc635f049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70dfc635f049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105f9a9894d7f" /><Relationship Type="http://schemas.openxmlformats.org/officeDocument/2006/relationships/image" Target="/ppt/media/image.png" Id="R941a01572b164e27" /><Relationship Type="http://schemas.openxmlformats.org/officeDocument/2006/relationships/notesSlide" Target="/ppt/notesSlides/notesSlide1.xml" Id="R426508cd7398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a9607893b4a29" /><Relationship Type="http://schemas.openxmlformats.org/officeDocument/2006/relationships/notesSlide" Target="/ppt/notesSlides/notesSlide2.xml" Id="Rf2d1057e045b4c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2e120174441a5" /><Relationship Type="http://schemas.openxmlformats.org/officeDocument/2006/relationships/image" Target="/ppt/media/image2.png" Id="R0140d55ffc684783" /><Relationship Type="http://schemas.openxmlformats.org/officeDocument/2006/relationships/notesSlide" Target="/ppt/notesSlides/notesSlide3.xml" Id="R657c1216174540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d0ac163f3495a" /><Relationship Type="http://schemas.openxmlformats.org/officeDocument/2006/relationships/notesSlide" Target="/ppt/notesSlides/notesSlide4.xml" Id="R88a1bd60f3e74e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d307d4f8846b5" /><Relationship Type="http://schemas.openxmlformats.org/officeDocument/2006/relationships/notesSlide" Target="/ppt/notesSlides/notesSlide5.xml" Id="Rfc6734c54f4b46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ef9b79d094df2" /><Relationship Type="http://schemas.openxmlformats.org/officeDocument/2006/relationships/notesSlide" Target="/ppt/notesSlides/notesSlide6.xml" Id="R55a1e6b7d8e547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067240f684846" /><Relationship Type="http://schemas.openxmlformats.org/officeDocument/2006/relationships/notesSlide" Target="/ppt/notesSlides/notesSlide7.xml" Id="Rc2f36a0493e946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bef7989cb4b4e" /><Relationship Type="http://schemas.openxmlformats.org/officeDocument/2006/relationships/image" Target="/ppt/media/image3.png" Id="R32374cb036114005" /><Relationship Type="http://schemas.openxmlformats.org/officeDocument/2006/relationships/notesSlide" Target="/ppt/notesSlides/notesSlide8.xml" Id="Ra86dae41b6fe45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e52bd65c14817" /><Relationship Type="http://schemas.openxmlformats.org/officeDocument/2006/relationships/notesSlide" Target="/ppt/notesSlides/notesSlide9.xml" Id="R47690353dae84c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9ce340c1348c2" /><Relationship Type="http://schemas.openxmlformats.org/officeDocument/2006/relationships/notesSlide" Target="/ppt/notesSlides/notesSlide10.xml" Id="R5d6dfd164ab646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4a19bc40a4aa9" /><Relationship Type="http://schemas.openxmlformats.org/officeDocument/2006/relationships/notesSlide" Target="/ppt/notesSlides/notesSlide11.xml" Id="R1e92f11eaa5f43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2d72f87b84548" /><Relationship Type="http://schemas.openxmlformats.org/officeDocument/2006/relationships/notesSlide" Target="/ppt/notesSlides/notesSlide12.xml" Id="Redfb924a2c4140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938b7e1a44869" /><Relationship Type="http://schemas.openxmlformats.org/officeDocument/2006/relationships/notesSlide" Target="/ppt/notesSlides/notesSlide13.xml" Id="R13f39d315d3447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05b1b5bd41d7" /><Relationship Type="http://schemas.openxmlformats.org/officeDocument/2006/relationships/notesSlide" Target="/ppt/notesSlides/notesSlide14.xml" Id="Rf3682cf1e7784b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2fe9c3d154381" /><Relationship Type="http://schemas.openxmlformats.org/officeDocument/2006/relationships/notesSlide" Target="/ppt/notesSlides/notesSlide15.xml" Id="R41517a665c8c47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af82a59bb4dd4" /><Relationship Type="http://schemas.openxmlformats.org/officeDocument/2006/relationships/notesSlide" Target="/ppt/notesSlides/notesSlide16.xml" Id="R4db5e85802b04c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098a2e02b4e26" /><Relationship Type="http://schemas.openxmlformats.org/officeDocument/2006/relationships/notesSlide" Target="/ppt/notesSlides/notesSlide17.xml" Id="Rf452c278998445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43369de1d4481" /><Relationship Type="http://schemas.openxmlformats.org/officeDocument/2006/relationships/notesSlide" Target="/ppt/notesSlides/notesSlide18.xml" Id="Rb0a44784543743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efbd9e669482a" /><Relationship Type="http://schemas.openxmlformats.org/officeDocument/2006/relationships/notesSlide" Target="/ppt/notesSlides/notesSlide19.xml" Id="R8b15e62c5e7b478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dcb3d639944f9" /><Relationship Type="http://schemas.openxmlformats.org/officeDocument/2006/relationships/notesSlide" Target="/ppt/notesSlides/notesSlide20.xml" Id="R098f20409a3749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9cd10b89b4197" /><Relationship Type="http://schemas.openxmlformats.org/officeDocument/2006/relationships/notesSlide" Target="/ppt/notesSlides/notesSlide21.xml" Id="R5435303b4727457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b90d4adef4abe" /><Relationship Type="http://schemas.openxmlformats.org/officeDocument/2006/relationships/image" Target="/ppt/media/image4.png" Id="Rd0fa31a6f9224eb4" /><Relationship Type="http://schemas.openxmlformats.org/officeDocument/2006/relationships/notesSlide" Target="/ppt/notesSlides/notesSlide22.xml" Id="R9f0414b5ea244a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a01572b164e2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D2206-A7AB-46BA-B1D0-8A0A0B2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08918-3533-4249-BFB3-235FE3A0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AI ×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0AE3-42C4-4931-A89E-F94A3B95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5334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AIで、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良質なプレゼンを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つくる。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B746C-B216-458F-85F6-0C5EE68E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速く埋める技術ではなく、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相手の判断を動かす設計法。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B47A3-C50A-4432-9B3C-3419A868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A6FFF-021C-42AF-B78B-D8DE0AD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57900"/>
            <a:ext cx="514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DEFCB-CC8F-49B2-AE7B-37A009CB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57900"/>
            <a:ext cx="171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1851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FBB793-B042-4B28-BCC8-D09C23FB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22648-5F69-44D2-B4E9-06E2DECA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WHY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C383-B450-4871-96EB-CA5394C2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FC419-6CAE-452C-974D-41D5BF2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1320D-C586-4631-B10A-EF995641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9FB5A-61D9-428D-8A75-E9EE6DE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目標は、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作成時間を半分にすることではない。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529A9-A7EA-4C83-91B5-97B5E6D1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rPr>
              <a:t>相手が「何を決めればいいか」を、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>
                <a:solidFill>
                  <a:srgbClr val="C9CDD2"/>
                </a:solidFill>
                <a:latin typeface="Hiragino Sans"/>
                <a:ea typeface="Hiragino Sans"/>
                <a:cs typeface="Hiragino Sans"/>
              </a:rPr>
              <a:t>一度で理解できる資料にすること。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1A930-0EAF-4A51-BBBF-A407BF31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2192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A5E64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5A5E64"/>
                </a:solidFill>
                <a:latin typeface="Hiragino Sans"/>
                <a:ea typeface="Hiragino Sans"/>
                <a:cs typeface="Hiragino Sans"/>
              </a:rPr>
              <a:t>SPEED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DBA1B-C1DC-4E5F-A8B8-58DE8A8F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1714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B9CF7-2724-4D28-B470-9D132FD0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1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6988F-5C9D-43CC-A69B-063C5F4A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77243-C98C-41F7-955D-FD1205A6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この資料では、構成 → 1枚の主張 → 視覚化 → 検査の順に作ります。</a:t>
            </a:r>
          </a:p>
        </p:txBody>
      </p:sp>
    </p:spTree>
    <p:extLst>
      <p:ext uri="{BB962C8B-B14F-4D97-AF65-F5344CB8AC3E}">
        <p14:creationId xmlns:p14="http://schemas.microsoft.com/office/powerpoint/2010/main" val="16216856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0d55ffc68478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D37A6-4116-40FB-A06F-EBB4259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B10D8-766B-4DCB-81C9-8CF9E9A1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1C6EA-A748-4567-8DC7-8AAEAD0D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DFDCC-0BC7-4916-AB5D-5EFB1E65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6A837-EF6E-4219-8709-5584C2EA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DF0B7-AC28-47A5-8055-C599DBAA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8583E-DC2C-4A61-9472-54587508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AIは、空白を埋めるのがうまい。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8A0E9-A8F4-4B71-A00F-CCDBE526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しかし、何を捨てるかは決めてくれない。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61F0C-867C-4526-9F39-3E1ACD93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5143500" cy="1047750"/>
          </a:xfrm>
          <a:prstGeom xmlns:a="http://schemas.openxmlformats.org/drawingml/2006/main" prst="rect">
            <a:avLst/>
          </a:prstGeom>
          <a:ln xmlns:a="http://schemas.openxmlformats.org/drawingml/2006/main" w="19050">
            <a:solidFill>
              <a:srgbClr val="E43E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BE499-3433-4B58-9A16-8E2E14EA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3D70A-8850-4CA4-BA66-E185E70E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似た見た目・多すぎる情報・弱い結論。</a:t>
            </a:r>
          </a:p>
        </p:txBody>
      </p:sp>
    </p:spTree>
    <p:extLst>
      <p:ext uri="{BB962C8B-B14F-4D97-AF65-F5344CB8AC3E}">
        <p14:creationId xmlns:p14="http://schemas.microsoft.com/office/powerpoint/2010/main" val="640992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46696-403C-4B86-A513-34634AD7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A8DD0-56B1-4B44-865C-583342F7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DIAGNOSE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5685A-B6D5-494E-BF94-AF932722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74DC0-F56A-4B26-BE94-73004BC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0E9DF-91AB-4452-894B-39DF9F79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F9D23-CC96-46DD-AD4D-AC7F6C5E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AI資料が弱くなる原因は、3つしかない。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B21E5-D208-4E14-935D-FC672C28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0A242-F82C-40B7-82B7-ABE1653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目的が広い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4D8ED-58D6-4B53-ABC8-BDA02FDF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「分かりやすく」だけで、誰の何を変えるかがない。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C1555-6D89-4C9F-BC5E-BD6FA8EB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337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EB586-6C66-4C3C-9C99-4E5B9C0A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E4D89-B56E-4819-B519-3BA1FAE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338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主張が薄い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19391-2866-4E26-A298-8E3539C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タイトルが話題名で、読み手が得る結論になっていない。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9B54F-0E16-49FE-8FDF-3ED192C3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005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D4245-AD28-4F20-9217-90EB48AC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74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35006-DDB0-4B9C-8F45-95E0257D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検査がない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7A66C-078A-4EA9-AD46-7F72200F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965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生成した瞬間を完成とし、全ページを画像で見直していない。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0250F-E289-4142-A356-2FD6525E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67350"/>
            <a:ext cx="937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876F38-309F-41C7-AA32-505E269D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626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つまり、プロンプトより先に“判断の型”が必要です。</a:t>
            </a:r>
          </a:p>
        </p:txBody>
      </p:sp>
    </p:spTree>
    <p:extLst>
      <p:ext uri="{BB962C8B-B14F-4D97-AF65-F5344CB8AC3E}">
        <p14:creationId xmlns:p14="http://schemas.microsoft.com/office/powerpoint/2010/main" val="1797772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32D5F-D2F1-4276-BB71-23E2166E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9785D-F78D-4E9B-9441-5142B9E6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REFRAME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C646A-7DC8-44F8-9E11-2F4EC51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88569-E4B9-4B3C-9C17-5B58081E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0E051-874A-4EBC-BB02-066CCFD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64FB8-0EDC-4706-9105-BBCB0164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プレゼンは、ページ制作ではない。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F5F2C-659E-4F73-A6B4-047C23B7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意思決定の設計である。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8232D-E7F9-423B-A5C8-94BE550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20570-EA99-4386-B856-A616EC73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AEA68-8998-4311-BC6D-52525575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9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7B50E-2A12-4189-A992-14E90076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A3A32-B3C3-40FF-81B9-3584172C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理解する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C2A6F-D0EF-4941-8C45-6ABD2508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D2128-5F14-4A28-A975-ACF5000F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C00B8-EE7F-4F69-A1B1-A8227DE0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A3793-60F0-4643-BA50-471A15E4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F7A1A-1CD0-4FCC-B632-6118F6AF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比較する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09D3D-7039-4DDA-8FF0-AA1EFFF0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1066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B332A-0FAC-4CCE-A698-39417EF1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FEC4F-058F-4F54-A3EE-9A5438D6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5F138-95ED-4A5B-8FE5-0AFCCA99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1669E-EF6E-42A6-872D-AD2CA50F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信じる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C981F-5D14-45E8-9E8C-EC6A314A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BD5F6-4E0D-4B73-89FC-3748621B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FC129D-74FF-40EF-81AF-66581E5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67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動く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DA711-C6A7-4D5C-829B-4C02282A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スライドは、この順番を支える“画面”にすぎません。</a:t>
            </a:r>
          </a:p>
        </p:txBody>
      </p:sp>
    </p:spTree>
    <p:extLst>
      <p:ext uri="{BB962C8B-B14F-4D97-AF65-F5344CB8AC3E}">
        <p14:creationId xmlns:p14="http://schemas.microsoft.com/office/powerpoint/2010/main" val="3902010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C7269-C7CF-4F7D-A821-1F5B724E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56302-598E-4998-968C-5EFD127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8E49E-A8A1-44CE-8A92-3C884F56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2E25C-E3AB-4862-9320-128A0329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97FC4-DB9A-41D4-A1F8-A1839179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B398C-E00B-4875-AC50-AA0856E6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良質な資料は、4層でできている。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9979A-269B-410B-BE14-E143A141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BDC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9BDC2"/>
                </a:solidFill>
                <a:latin typeface="Hiragino Sans"/>
                <a:ea typeface="Hiragino Sans"/>
                <a:cs typeface="Hiragino Sans"/>
              </a:rPr>
              <a:t>下から順に固める。デザインは3番目。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D752C-9846-46BB-8EED-162AE256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95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E43E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2FAFD-7B21-47F7-B38E-A99875F4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E18F8-5770-4E60-A909-D3B1A215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000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E50A1-1354-4C57-BDDF-04F3FD3B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384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相手の判断が進む順番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E3734-1F6D-4C53-832A-93C6825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185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98A12-822F-4069-A56E-D024981F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52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A057C-B77B-40E8-9890-486E3B7C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24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88634-766D-4B0A-94DF-17203929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1枚で言うこと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A647F-ED3D-4F6A-AE3B-E2D4859F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243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136"/>
          </a:solidFill>
          <a:ln xmlns:a="http://schemas.openxmlformats.org/drawingml/2006/main" w="19050">
            <a:solidFill>
              <a:srgbClr val="F6C9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690FA-1EFA-4BC7-8B26-A8A37C9C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417E0-6963-411E-9388-E8CB81C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48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VISUAL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0D075-99A5-4CC8-8E0C-E91BAF3D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862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主張に合う見せ方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79DE6-C562-4595-8D97-A0463EAB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482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ECB72-B22D-45C4-872F-426E2980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00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8DEDF-05BA-42D4-B3F9-23012DF5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72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QA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377EB-5A3C-44E5-8F37-A7C5C41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0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誤り・崩れ・出典の検査</a:t>
            </a:r>
          </a:p>
        </p:txBody>
      </p:sp>
    </p:spTree>
    <p:extLst>
      <p:ext uri="{BB962C8B-B14F-4D97-AF65-F5344CB8AC3E}">
        <p14:creationId xmlns:p14="http://schemas.microsoft.com/office/powerpoint/2010/main" val="1382913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4EC734-A51D-474F-A507-9E22DA1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CFD82-5552-41B5-9EB8-E63AB33E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01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14B28-A56A-465E-92F5-5F566EB8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FA13B-AA21-4E6A-B25A-A687B0A4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456FE-3102-4C9C-AA32-60380BF0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A0ADA-274D-495B-B923-3E08BF33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最初の10分で、4つを決める。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607F5-C18B-4B59-B06A-0359D38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AIに渡す前に、人が答える質問です。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70EA0-E491-4D1D-AFB5-FF9C4053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WHO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49435-F462-450E-BA95-6B3A2F7F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誰が読む？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6E8BF-8B3F-4074-BB11-70652CB0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役職・知識・不安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BBB18-53B0-422E-B6ED-2FF46CAA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EEC08-21F9-4EFF-9FB1-B0EE6E0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B74AC-594B-44F8-8A4F-F4DD65F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D6D3E-84FB-48AB-9B9B-E62931E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何を決める？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6F8044-FFB1-4A6F-B5C7-B6E15AEB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会議後の選択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F4887-0CCB-4810-B3CF-60DBB1AC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05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692AC-79C2-43E4-AB61-C40ED62A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8155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F101F-D128-4E9C-B602-3AE96B3A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50B9C-D629-44A1-9B6B-B26CC275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何で信じる？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06E42-EA1F-486B-9110-0A9A5FA3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数字・実例・比較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256833-1770-4D71-8691-D2BEF247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F9738B-1840-426E-B502-72A6069C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1ABE2-32FC-4A67-B97D-256173F0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252FB6-086F-4395-B25D-C3D55B84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次に何をする？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BB1094-4F25-487C-8087-1907D18C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33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承認・返信・予約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B3EFE-F597-40F0-929B-EC75CF6B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7E55C-A404-41E3-A39C-AFC44E47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81550"/>
            <a:ext cx="184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140E6-F4D6-4A28-A22C-743BB27F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DD1D55-7B1F-4B62-867B-5B876F4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43575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1文で言う：この資料は［誰］が［何］を決めるためのもの。</a:t>
            </a:r>
          </a:p>
        </p:txBody>
      </p:sp>
    </p:spTree>
    <p:extLst>
      <p:ext uri="{BB962C8B-B14F-4D97-AF65-F5344CB8AC3E}">
        <p14:creationId xmlns:p14="http://schemas.microsoft.com/office/powerpoint/2010/main" val="674471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74cb0361140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1F6C4-E20D-4F8D-99C8-E1CF5860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9A6E6-1813-49B3-85C5-D88CCDAB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72CDD-599F-4CE2-BF35-51E99529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02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FBACE-AFDB-42ED-9F24-982279E0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BD0E6-E125-40AC-9E3D-AA3A99B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3ECFB-9740-4A40-8201-17B3E6CF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95E33-8850-49C9-AE1F-7A9E87AE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2950"/>
            <a:ext cx="6477000" cy="21145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32325-BBF9-451B-BEF7-12C47EA1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情報を並べず、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6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物語の“圧力”をつくる。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C37CF-0BBF-4FD8-B161-B5FA2BBF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現状 → 問題 → 転換 → 根拠 → 行動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9B8A0-E5A0-4A31-9FF8-A36A807D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AA5A7-B772-4E44-B132-435721AA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B4869-8703-4CDF-962A-20D432FC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62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現状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95548-6F56-491C-98DE-9F19FAB1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24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今どうなっているか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3DCA48-2A16-4F3B-9CA4-817DD0A2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A6F83-0DF8-43BD-8A8F-AB7F0390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48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D76A5-C57D-4980-B249-A6FCD428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38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問題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D6732-01E8-4978-8263-022DE30F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なぜ放置できないか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0642C9-F690-4AE1-A12F-D1839FA4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670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B414C4-2F61-43B3-86A9-F457DC07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324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2C41B-E1E1-4463-B2A5-B9454779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114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解決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E2136-910D-4180-9B0B-AB11CD33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76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何を変えるべきか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56E6F-A87A-4F36-AAA2-532FDCF0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タイトルだけを読んでも、話が通るか。</a:t>
            </a:r>
          </a:p>
        </p:txBody>
      </p:sp>
    </p:spTree>
    <p:extLst>
      <p:ext uri="{BB962C8B-B14F-4D97-AF65-F5344CB8AC3E}">
        <p14:creationId xmlns:p14="http://schemas.microsoft.com/office/powerpoint/2010/main" val="18217654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F54F8-FF65-4136-80B5-F2A534EA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8CC94-AE6E-4169-A877-5A48FA4A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03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C9096-3E73-4FF7-A3D1-4A70632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CAA3D-481A-400F-AF6F-A3A3D7D4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BDF11-B994-41EC-A1D3-F5EF520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79779-433F-4CF8-85A4-EB21EB9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191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タイトルは“話題”ではなく、“結論”を書く。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E3FA5-9CA4-4056-833B-A9504694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47625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3D1A7-0E70-4F07-AFCF-8093F06F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TOPIC TITLE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9A00A-D546-445B-9070-C3F3887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AI導入について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3C4AB-1829-487D-A60E-FAE2B8E5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読み手は、本文を読むまで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何が言いたいか分からない。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0AE6F-8A06-4F4C-BC08-087E9512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0520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2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28EC3-4C9A-4710-B8F9-4E839241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4953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B7929-A94C-457D-A056-0E348E70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86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ACTION TITLE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72C4F-A40F-4331-B227-CBEDAD78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57550"/>
            <a:ext cx="4248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最初は3業務に絞ると、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AI導入は定着しやすい。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FB0A3-0AD3-4A76-A88E-D2C9058F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タイトルだけで、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次に何を考えるかが分かる。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9318A-6EAE-4466-B36C-775A9B8C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全タイトルを縦に並べ、1本の文章として読めるか確認する。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751350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3C08F-18B0-4C8F-9D6F-2D3DF57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1E902-7CF4-47D6-BA71-566663BE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03 MESSAGE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7710C-4A50-43AD-A77D-8BBE84A8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92A62-5572-4DAF-B35D-025656D8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5A91A-5BC8-4248-8493-14BC5FE3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191FB-AF7A-4887-8506-C161F654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1枚に、1つの主張。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081D6-445A-44D0-B636-CE83A0A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情報量ではなく、視線の行き先を1つにする。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33ED8-7CBF-4609-90A2-F8AE4539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44577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33"/>
          </a:solidFill>
          <a:ln xmlns:a="http://schemas.openxmlformats.org/drawingml/2006/main" w="9525">
            <a:solidFill>
              <a:srgbClr val="4A4E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B2A5E-610F-41D8-9CAD-789CA499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× 3つ言いたい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73B0-AB78-417E-B996-823B1A96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9E0DF-92D3-41D0-A319-0EB9964A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4F220-0AB3-46DE-8AAE-57107BB2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市場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B2F6A-BA60-4C99-B1DB-AF350535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6C733-EBEA-464C-B974-F3344487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646D1-1774-4684-A526-B9704718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94583-7AE7-43B9-9F08-DCC57727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243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66C75-1638-4FE6-9E1D-0396500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5765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EF522-1285-4211-9EFD-9B94B72D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4815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機能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AC917-34D8-4ED7-A177-2F4A0402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2440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30AC3-C697-4D70-B8A7-76422B7F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9585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B28D3-DC01-423A-B218-85C33B0C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6730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A433A-11DD-4417-B86F-A1647F0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623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225"/>
          </a:solidFill>
          <a:ln xmlns:a="http://schemas.openxmlformats.org/drawingml/2006/main" w="9525">
            <a:solidFill>
              <a:srgbClr val="3B3E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6F72C9-7A0B-4F62-AB72-A043695D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95700"/>
            <a:ext cx="30861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6F55C-8CC3-47E6-8FA8-B566EA5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価格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C60F8D-6CBC-46D3-9431-E434DDB9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1285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5C1B04-035D-4CB8-B3E4-53EBF575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A1BF91-4B5A-4A46-9790-FE7C70DA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05350"/>
            <a:ext cx="8915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6C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CDF251-EFD1-41C6-BAAC-D2FBF1F2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55435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C7DF77-47B6-4EAF-BE89-3DBAE157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○ 1つだけ伝える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8511C-578F-4748-A09C-E19DF6D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909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今月は、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提案書作成から始める。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D36CD3-80E4-4DF7-9555-7184FEF6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3243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79979-651C-472F-848B-2DDA3371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4958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理由は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EAC5E-65A7-463E-A69A-E70F0743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補足は、話す。載せない。別紙に逃がす。</a:t>
            </a:r>
          </a:p>
        </p:txBody>
      </p:sp>
    </p:spTree>
    <p:extLst>
      <p:ext uri="{BB962C8B-B14F-4D97-AF65-F5344CB8AC3E}">
        <p14:creationId xmlns:p14="http://schemas.microsoft.com/office/powerpoint/2010/main" val="1512721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5653B3-3034-454B-A05A-B26785CA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B9EED-7CED-4519-B388-91EB01F6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04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E041A-35DE-4053-A193-02F1A16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A112E-72B2-49F0-A49D-896CA560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4ED70-802F-40CF-9577-F5A9C425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13047-E379-4F9B-983D-376B4C96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主張が決まれば、見せ方は5択になる。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DB47D-1407-4327-9153-9172A98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HERO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8915D-D1F9-40E9-97C4-212E8C85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57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6D026-6100-4A56-840E-602DD4C2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主張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596B9-4BC6-495F-97FB-C250A8D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一言を残す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6BC03-FDB0-4E85-BD44-FA557D03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5597D-44AA-44CC-A294-B6FE951E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52850"/>
            <a:ext cx="609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61E27-4CE2-4BBE-919E-215BA536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800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F63A7-64DB-4CBD-A446-15FEEE88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C3D1B9-7CCE-459F-BE95-7CB4FB48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57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違いを選ぶ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97123-6BCD-415A-9659-431F80C7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580BC-E941-40DC-8EAC-C6697118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CB037-D690-4C17-88D4-310C862C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24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A4677-2693-41EE-85C0-644674FD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7F5AB-7FA8-46C9-A38E-4356C9D7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24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BCE15-61E4-478D-A40A-C52DD783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464F9-A652-492C-A53A-886F16B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工程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5A96B-74B4-4053-AAB2-1C5EB80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順番を追う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DAA6C-3DE5-44A4-9F4D-4992AEA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76E463-4657-401C-B6E5-DFCBE2DE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24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22AA8-1881-4631-8612-F4EDC083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2476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BB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DD7EB5-75BA-4AD6-B6AF-40BA072D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247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CCDFB-012E-4468-89B4-A3D631F0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証拠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2F229-B932-41B2-BC69-7EC9128C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57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根拠を信じる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757CBD-D00E-4B98-888F-DD325DC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AF217-8E11-4F09-BEC2-1EFC8E0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43300"/>
            <a:ext cx="146685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0CB3ED-7DB8-4AAC-AF38-46E58844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行動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198493-CAF1-4567-BDDE-1A9AF8A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次へ進む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A4B6FF-9FED-4DA2-990C-C87FB05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箇条書きは、他の4つが合わない時だけ使う。</a:t>
            </a:r>
          </a:p>
        </p:txBody>
      </p:sp>
    </p:spTree>
    <p:extLst>
      <p:ext uri="{BB962C8B-B14F-4D97-AF65-F5344CB8AC3E}">
        <p14:creationId xmlns:p14="http://schemas.microsoft.com/office/powerpoint/2010/main" val="1887376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E96C2-3F71-42E2-9BE3-C14D86D5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1737D-ACB3-4B3E-AC91-E502DCD5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05 EDIT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2780C-886B-4035-9893-626F4807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40E02-8659-4D16-9278-67D0E6B0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2ED0F-85E6-4143-93E6-474D9466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F3383-B68F-49D4-8303-47DF6DB6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装飾する前に、削る。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3DFDB-A26F-4F4E-BF8B-92CACAB7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良いデザインは、情報の優先順位が見える状態です。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217DF-A377-4D81-BBFF-FD2481EA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1529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C93F1-7A44-42B6-A939-0EA9B647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47522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9F002-C172-4D8C-81F5-89235CC9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3886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AI導入の全体像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13980-A137-4B91-87FA-8DE91364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3114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BCAC1-6021-4EA2-9134-D50612C2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90703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C4B8FB-AE1F-48D3-8262-B9B02F6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69938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DA12B-F050-44D8-9988-A8579FB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49174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439A1-33D4-4569-A217-49640DB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28409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D4DFF-AA9E-4267-A1FF-EC7F4EB2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AC32E-9A52-4500-94B8-C9C1E4B5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8688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B1942-2E87-4F36-919C-56FA9981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15950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76E5C-5AB8-4E50-B124-643A0828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BEFORE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60705-F784-462D-9873-133FEFD6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全部を1枚に載せる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1F12B-8830-479C-80AD-5E7D822A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81400"/>
            <a:ext cx="87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48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14850-88F4-4238-B682-CC4F5D28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47434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49C8A-E492-4E63-892F-5EF84F0D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今月、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どこから始める？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F8E22-DD71-45F5-9F0E-B90509D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291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8B7970-51DC-4324-A87A-6B0AEE77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291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提案書作成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B7BE5-C122-4BAC-A970-FC03E50D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AFTER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F1D0B2-0772-4E18-86BE-2FC73F0B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15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判断に必要な1点だけ残す</a:t>
            </a:r>
          </a:p>
        </p:txBody>
      </p:sp>
    </p:spTree>
    <p:extLst>
      <p:ext uri="{BB962C8B-B14F-4D97-AF65-F5344CB8AC3E}">
        <p14:creationId xmlns:p14="http://schemas.microsoft.com/office/powerpoint/2010/main" val="9600891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5DD08-46BC-466C-A4A6-707AADBE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DD9A5-7CDC-4249-A5AF-A0C9D4A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06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A2555-EC97-4CD5-8A40-D1A8E5FA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7D2DD-8728-418A-9EFE-BD51AC3C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93C21-7D80-4A9A-A4F3-A9EA2F3E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CA1E8-2CCB-45B5-81D4-01DF7A0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根拠は、数字を置くだけでは伝わらない。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6AAFE-2B4A-4205-B9E7-25055E9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主張 → 証拠 → 意味、まで1セットにする。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F991A-8F70-44FA-AA9E-4D8B993B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48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CC7A3-5E69-423E-A91E-5E821EA8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53C26-DFCE-4F6A-9B04-1CC2C33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0A904-1381-492A-8BDC-03927CC9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92EB4-56C2-4CDA-AC8C-5A3AD1AB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1E60C-463C-402C-A1A4-581302AE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提案書作成から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始めるべき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D50BE-6D94-471C-B07B-16351BA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17BB4-0E9D-4587-AD6F-AD8DCC65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5285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77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6E6CB-2CBB-4F6D-9E4D-8936C1FE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54D33-C523-4B44-BF6D-FD425E7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F017B-D8AB-4D2A-9CCB-E62C15B9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C60F8-F59E-4C17-8AE8-CDC3CD7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週8時間を消費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修正回数が多い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89A3D-C4D0-47CC-86F3-2141565A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0A075-C607-4681-9088-C34B9FC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FABE2-FF7F-4DA5-8E02-A0F1A4B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IMPLICATION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FB27F-B3F7-45F5-86A3-E57F9371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効果が見えやすく</a:t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定着の入口になる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97414-080E-48C4-91FA-B4C32778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6CAD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C6CAD0"/>
                </a:solidFill>
                <a:latin typeface="Hiragino Sans"/>
                <a:ea typeface="Hiragino Sans"/>
                <a:cs typeface="Hiragino Sans"/>
              </a:rPr>
              <a:t>出典と“要確認”は、最後ではなく生成時に付ける。</a:t>
            </a:r>
          </a:p>
        </p:txBody>
      </p:sp>
    </p:spTree>
    <p:extLst>
      <p:ext uri="{BB962C8B-B14F-4D97-AF65-F5344CB8AC3E}">
        <p14:creationId xmlns:p14="http://schemas.microsoft.com/office/powerpoint/2010/main" val="1843723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B8AD6-6DFD-48C3-AFE5-E8E60F22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39C69-D9EB-4DCF-829D-D8BD7ACB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07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CC571-E24B-40FA-8F3F-0523C4B5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3524D-135E-4FA6-83F1-63F6463B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D29FB-5DB0-4051-AC9B-2E200FC1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0382D-B705-4401-8FC0-CD902098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57250"/>
            <a:ext cx="876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毎回ゼロからデザインしない。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2F66D-4C06-4313-A637-503A094C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AIに渡すのは、テンプレではなく“選択ルール”。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03FC3-19A2-414A-932E-77B1B76E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COLOR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78979-F107-4991-8684-82984955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4FEB2-890A-473F-9CF6-26652A90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CE0F4-4103-4E67-B1E1-2FFA2CE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DC64-215A-4F64-97C7-3769C78A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D7827-C048-4C06-B05B-289CF53A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552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2C3E-9D8E-411C-ABF6-63352387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1色を主役に、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強調色は1ページ1つ。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712CB-8140-487D-B137-469C6F33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69641-1530-4957-8F8B-0B4E17D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861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49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FE9C6-2107-42CC-A1AD-03E1CB8C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結論は大きく。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説明は短く。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F8F5D-292D-46AB-A688-FEE29357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3D428-9ECE-4BFC-AC15-D2D67F25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41582-BC3B-4FB1-AF14-CEF397CB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766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3C6C7-2FA5-43ED-AF1A-E67A7417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HERO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F5CB8-F13A-490E-B556-B8843205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E8C18-33F1-4E5F-AD24-D73948E8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C61D5-1E2C-42A3-8B76-0BCB59B1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7267A-F5AB-4606-8187-F2B35143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671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COMPARE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C26E1-2D51-415D-9401-60AACED9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1214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A2783-DE21-4805-B893-0F7D2363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1480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91603-F77D-46A9-8291-BEDF4CA1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3865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A9969-9806-49A8-8778-8BE0F1A3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9146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288E10-ED13-4A88-8702-4FBE17E9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PROCESS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4F4D34-9F13-4A1A-8A44-61BC3C7E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38750"/>
            <a:ext cx="121443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228D75-CAEE-4C4A-B971-A9BAC9C5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10200"/>
            <a:ext cx="1133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4DB60D-6A93-4388-882C-F2781F44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81650"/>
            <a:ext cx="84201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B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968E6-3C6F-4F4F-A27A-59BEF3B9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791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型を変え、ルールは変えない。</a:t>
            </a:r>
          </a:p>
        </p:txBody>
      </p:sp>
    </p:spTree>
    <p:extLst>
      <p:ext uri="{BB962C8B-B14F-4D97-AF65-F5344CB8AC3E}">
        <p14:creationId xmlns:p14="http://schemas.microsoft.com/office/powerpoint/2010/main" val="12038641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4A8FA-2597-4EA6-A5B5-7E9F37B6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A77F6-9838-4F6B-B531-C1887812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95932-565E-4179-A896-7F39B16B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AF0B5-AE74-4893-8E90-D1EB2E80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DFB69-BDF5-485E-AA1D-4E101DD6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61FB0-DEED-4E6C-BC5E-0E5812B6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AIへの指示は、3段階に分ける。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E99A8-F136-472E-A2C9-25028B33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一発生成より、判断の順番を守る方が強い。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AC8E8-91DC-436F-814E-47ECDEFA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87CDE-EB73-416C-BF1E-05A59FBC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E1FD9-FB05-476B-ABCF-933D2636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BRIEF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422F2-B1AE-464D-836C-ED43FF83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相手と目的を固定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82FB6-ACA9-4093-92AF-928C4403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12E3A-6409-4A51-8167-6951FBE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385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6F193-4F4C-4247-A3FC-D25289E6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CD127-3A41-4AA8-8D09-AEB66B6F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GHOST DECK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690CD-DB0C-4A5E-8B4A-8236851D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タイトルだけで物語を作る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32CE1-D245-4F79-9E09-1444DFF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9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B6B80-762D-401E-8EE7-9F9FD610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BDF10-D8DC-4A00-A923-656D4D6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A0EBC-C257-40FA-AB2C-F0087832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SLIDE SPEC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1FC6A-1C45-4B9C-8894-12814568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434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1枚ごとの見せ方を決める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DA64A-9987-44A4-B849-4DD73BF3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67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各段階で人が承認してから、次へ進む。</a:t>
            </a:r>
          </a:p>
        </p:txBody>
      </p:sp>
    </p:spTree>
    <p:extLst>
      <p:ext uri="{BB962C8B-B14F-4D97-AF65-F5344CB8AC3E}">
        <p14:creationId xmlns:p14="http://schemas.microsoft.com/office/powerpoint/2010/main" val="701799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4441B-5509-4E5D-9BDB-022EEBD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1EAE5-EF46-48EC-A014-F9449D1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PROMPT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11F42-E95D-43FC-8CE7-F7CE2C7D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45AE8-73CD-45C2-8BA1-4EDBDB6B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90F28-0138-4D80-BD73-8743028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A9E5B-4239-48E1-9062-5997C881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まず、資料の設計条件だけを作らせる。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47F90-5E0E-449D-BCB8-6863F307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0820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D31"/>
          </a:solidFill>
          <a:ln xmlns:a="http://schemas.openxmlformats.org/drawingml/2006/main" w="9525">
            <a:solidFill>
              <a:srgbClr val="4B4F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13A0B-B32E-4EE3-8407-0D20B152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COPY &amp; PASTE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21E64-EA0E-464E-8214-03A7BA58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99060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あなたは経営者向けプレゼンの編集者です。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以下の素材から、スライド本文は作らず、まず設計ブリーフだけを作成してください。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1. 読み手：役職、前提知識、不安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2. 決めてほしいこと：会議後の具体的な選択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3. 信じるための根拠：数字、実例、比較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4. 次の行動：承認、返信、予約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5. 使わない情報：今回の判断に不要な素材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BDF3D-139A-4A89-9202-EF466926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C3C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FC3C7"/>
                </a:solidFill>
                <a:latin typeface="Hiragino Sans"/>
                <a:ea typeface="Hiragino Sans"/>
                <a:cs typeface="Hiragino Sans"/>
              </a:rPr>
              <a:t>入力：目的 / 読み手 / 手持ち素材 / 制約 / 希望ページ数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4A6E9-2921-40D3-BD8A-3EE91F71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出力を見て、人が“決めてほしいこと”を修正する。</a:t>
            </a:r>
          </a:p>
        </p:txBody>
      </p:sp>
    </p:spTree>
    <p:extLst>
      <p:ext uri="{BB962C8B-B14F-4D97-AF65-F5344CB8AC3E}">
        <p14:creationId xmlns:p14="http://schemas.microsoft.com/office/powerpoint/2010/main" val="16390073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D15A21-3596-48E6-8B15-6B78500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F955F-A77F-4F8F-89DC-BD30EE3D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344F-FD16-4EC7-B2EB-091C1D62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7C7D0-B66D-4923-8827-875EB739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A4821-1331-41EE-980E-36200C4C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BBE3B-A59B-4E2D-87F6-BCAA9346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次に、タイトルだけで物語を作らせる。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140AD-8DB7-4747-9CDD-C217D3A7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6610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CFD67-19C2-4BD6-A0AE-632765EC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COPY &amp; PASTE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889FD-2123-4B3E-8CC6-C39E224B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5905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先ほどの設計ブリーフを使い、全ページのタイトルだけを作ってください。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条件：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・各タイトルは話題名ではなく、完全な結論文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・タイトルだけを順に読んで、問題→原因→解決→行動が通る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・同じ内容を繰り返さない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・各タイトルは1〜2行に収める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最後に、タイトルだけを読んだ時の論理の飛躍を指摘してください。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B5175-9D59-4AEB-B0EE-AD77781D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97D10-2637-48D6-BE10-23B8BE19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現状：資料は速く作れる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403E3-42BA-4234-9276-A22470A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DBA4D0-3552-4D5F-82F7-C85E4F6C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E54A3-B13C-4A58-90D0-2F0EC46E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問題：判断は進んでいない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63782-EBD5-4426-9FEC-2FEC2676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637D4-5B15-49DF-8119-B1BCFBA8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52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EBF0C-8DA9-48C0-9993-E960A869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147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原因：主張が決まっていない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486D5A-5B0E-4FD1-A4CE-AF907516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01498-137A-454E-AFEA-7368664D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38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61461-45C3-4AB6-8BF9-CA310A8D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00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解決：先に物語を設計する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087EF-4972-4C67-BE8E-EEC9E22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57750"/>
            <a:ext cx="281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543E9-B177-48F0-A47C-5EA6BEB8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244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68494-6A63-4DDC-A8F6-232D49AB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86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行動：1本で試して検証する</a:t>
            </a:r>
          </a:p>
        </p:txBody>
      </p:sp>
    </p:spTree>
    <p:extLst>
      <p:ext uri="{BB962C8B-B14F-4D97-AF65-F5344CB8AC3E}">
        <p14:creationId xmlns:p14="http://schemas.microsoft.com/office/powerpoint/2010/main" val="10166358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45C13-733A-4AA4-9664-E7B54FAA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60652-DD89-4635-ACCB-1C5D1DA6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PROMPT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745EA-C800-4270-A37F-3955BA70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D35E1-590D-45C9-8452-F443DBC0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937EF-AF81-4247-8C59-75456085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06912-57D4-47C7-8DC6-A0DD5003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0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最後に、1枚ごとの“設計図”を作らせる。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8D0EE-90B0-4CAA-A719-69DE866D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PowerPointを作る前に、ここまで決めます。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B6D8F-F98D-45D8-BC4A-B95CBE1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7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0B054-DB14-4FFB-B67B-CEB06078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ACTION 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2F8C0-E4DB-4114-8E69-895A5739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このページの結論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5C81C-DFBA-4B2A-846F-6B84D375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A734C-6258-44B2-A13B-3A31E0B7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BB7E0-CC87-4206-B997-C89B4A49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90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結論を支える根拠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5DBE5-0E84-4158-9A50-86CD5A41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90BA6-DE9F-45C9-B547-C2FEEA4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VISUAL 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6FF54-934F-431A-AA24-7066ED32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hero / contrast / process / evidence /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C4CCD-4BE4-4C01-8C34-C30D64A3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30F6E-B40D-491E-8304-2895DE86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1858D8"/>
                </a:solidFill>
                <a:latin typeface="Hiragino Sans"/>
                <a:ea typeface="Hiragino Sans"/>
                <a:cs typeface="Hiragino Sans"/>
              </a:rPr>
              <a:t>LAYOUT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A255B-A4FF-43EF-8E7F-048567D7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視線の流れと余白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F77494-75A3-41E0-8C3D-C38D3A9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ECBD5B-496C-49E7-A61E-AB0D53F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SOURCE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CD137-7E8C-4A50-AFF1-3CC0B5D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67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出典・要確認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7CBF1-BF9A-4776-BB76-BE76D77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013B1E-4520-4963-80C0-E36E956A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SPEAKER NOTE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E6C512-BC9A-46DD-B152-CE57878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67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口頭で補う内容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3AFFF-0D59-4256-A9CE-27681FC9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E0E3D-B817-4915-A240-EF34E6CD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0820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08ABF-55ED-4761-9344-B0BFCE2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AIには「タイトル＋本文」ではなく「主張＋根拠＋見せ方」を渡す。</a:t>
            </a:r>
          </a:p>
        </p:txBody>
      </p:sp>
    </p:spTree>
    <p:extLst>
      <p:ext uri="{BB962C8B-B14F-4D97-AF65-F5344CB8AC3E}">
        <p14:creationId xmlns:p14="http://schemas.microsoft.com/office/powerpoint/2010/main" val="3867388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B9594-2569-4802-9E76-F509B6BC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21A1E-B4E0-4CD0-A729-472999FF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C36C8-1AFC-41FB-970A-1C9B0472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84DF5-4276-4591-BEB6-14A31C8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89525-AE8B-41A1-9703-0726A3E3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AEF5F-7879-4368-98A0-6FF34DDD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5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AIと人の仕事を、交互にする。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8233F-C3BE-4759-8C1C-D3DFB95D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DC1C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BDC1C6"/>
                </a:solidFill>
                <a:latin typeface="Hiragino Sans"/>
                <a:ea typeface="Hiragino Sans"/>
                <a:cs typeface="Hiragino Sans"/>
              </a:rPr>
              <a:t>一括生成ではなく、判断 → 展開 → 判断のリズム。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22979-0229-4868-9E03-5C69F054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A745E-C8B8-4CE5-8B19-291BD18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FB68C-7789-48CB-8E69-D79083F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目的を決める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BC4A6-538F-4BE0-AE70-1AA36DB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956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1D75B-4CB5-47DB-A48F-7EDD96DE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004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CE1FB-C220-47EB-95F9-567E082E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FF44E-8B6F-4BE6-883C-2E90DEBD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EC47A-763D-4965-BCC7-05E3CDF0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10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構成案を出す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3348C-4FED-43AC-9990-B8DF6E6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3A1EB-7A00-4EC8-9DF2-9535ECF2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862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A1EF3-6FEE-4503-8194-A2FEA93B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FF1BD-0D92-4B60-9887-DFC80EDA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3DF67-60D4-4A1C-A3E5-A29D2BF0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主張を選ぶ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7381EB-7E57-4BA4-BF3E-76ADDCE4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56D61-F20E-46EF-B957-F467689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4983F-84BB-430C-80D5-0A166CC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0EFF7-E9D9-4DBE-A207-6BB0E4C9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67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7A4FD-2D50-4DF4-929E-BCF63624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視覚案を出す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7A8E54-E520-4A30-BCD6-3652052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2AFB2-29F7-41A7-AF8B-06511ACE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2095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26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60E00-877B-4518-9077-3428065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EFFFDC-F202-475D-BAFF-E36C0A24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D760B-BFBD-452A-AF1E-79F3BFD1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全ページを検査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B1E502-5491-436F-B737-78E6934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人：意味と責任を持つ　　AI：選択肢と速度を増やす</a:t>
            </a:r>
          </a:p>
        </p:txBody>
      </p:sp>
    </p:spTree>
    <p:extLst>
      <p:ext uri="{BB962C8B-B14F-4D97-AF65-F5344CB8AC3E}">
        <p14:creationId xmlns:p14="http://schemas.microsoft.com/office/powerpoint/2010/main" val="8049180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5FB3B3-89D4-441B-A004-61D080B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EF7A3-E030-4C38-9FF3-DEFAED9C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FINAL 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2CA72-4FB8-4FA0-B2D1-304E28F0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BDE88-D832-41AF-808B-03F9FE6E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08AA1-4531-4BB1-A89F-8AF911B4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BEEEC-C80B-4A44-83C8-C82EF20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完成条件は、“生成できた”ではない。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C0210-E1D4-484D-B929-E267EA20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全ページを画像で見て、5項目を通す。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3BA38-F4F0-4A44-90C9-2C626084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6BF42-7149-477E-B564-F53E45B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72655-EE23-44A7-A33D-8C1BCBAC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FFFC3-276D-4957-A212-19922E8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タイトルだけで話が通る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8A49D-430F-410C-8723-EBB57AB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E6EBF-7216-4F57-A8C5-DA385FA4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76160-FCFF-4829-96FC-EA3FC2E3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B55F9-396F-4E2A-907E-0EB43801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FOCUS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04C92-BD5E-4F0B-9DD8-120D06D1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1枚に主張が1つ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F6F61-9592-40C8-9ADA-D78624A4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7984B-C02E-4378-88F9-8505F216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4094CC-A452-45B4-8F1F-1DD134A3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4797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8107E-F90F-4A11-8A7F-C8B32375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FIT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41F75-76A9-4EC1-BE10-CBA97C8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文字切れ・重なりがない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F35B0-67BB-47CD-B1D9-0E5A986D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87EB9-FC70-474C-B702-A5E40E63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2E3A4-FD39-415B-907C-8F6C5271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DB3095-486D-4FFE-8236-3A223710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EA78F6-121A-4CDB-B177-FE66284E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数字・画像・出典を確認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1C0C2-FFB8-46EE-93F3-7ABE981E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10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9DA669-2BE4-45AB-A496-88C3DAAF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95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2FDE5B-A2BF-47DE-85A4-C4A847BF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005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2CF46-39F6-4A33-9428-10F2FC2A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DB80D-69B7-478E-8F05-5E2D8694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438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色だけに頼らず読みやすい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B81DEC-117C-438A-9C69-BEA664CC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10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89F2B2-458E-429E-A977-99882AA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E6BFAA-42B4-443F-9143-946EC478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最後に見るもの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DE2107-A7A0-4C24-90CE-014D46BF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スライド一覧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→ 各ページを100%表示</a:t>
            </a:r>
          </a:p>
        </p:txBody>
      </p:sp>
    </p:spTree>
    <p:extLst>
      <p:ext uri="{BB962C8B-B14F-4D97-AF65-F5344CB8AC3E}">
        <p14:creationId xmlns:p14="http://schemas.microsoft.com/office/powerpoint/2010/main" val="35595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DC5F6-A612-4B56-82D1-2D67C595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15A48-A9DE-4FE5-AE69-DB287054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MASTER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94AFE-337F-4E63-9283-38985318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656A70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C863C-E983-41A8-9158-7A5E95C5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353B3-EAC4-4617-B693-1B30615A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389B8-099F-48F2-A8FE-957DA06B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3450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この1文から、制作を始められる。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8E5D6-ABE3-4962-900D-F00FF0E4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20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76896-CE4B-4C4C-B749-DC6873C5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AI PRESENTATION MASTER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3F6FC-5CC3-4AF6-9AAE-CDABA495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9906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あなたは、意思決定を設計するプレゼン編集者です。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次の順番を飛ばさずに進めてください。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① 読み手・決めてほしいこと・根拠・次の行動を確認する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② タイトルだけで全体の物語を作る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③ 各ページを1主張に絞る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④ 主張に合う visual type を選ぶ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⑤ 各ページの出典と要確認項目を示す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⑥ 全ページを画像で検査し、重なり・文字切れ・単調な反復を修正する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不足情報がある場合は、勝手に埋めずに仮定として明示してください。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62667-6E96-440E-BC24-3B4A90F1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CCD1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C8CCD1"/>
                </a:solidFill>
                <a:latin typeface="Hiragino Sans"/>
                <a:ea typeface="Hiragino Sans"/>
                <a:cs typeface="Hiragino Sans"/>
              </a:rPr>
              <a:t>入力欄：目的 / 読み手 / 素材 / 制約 / 希望ページ数 / デザイン方向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E552A-FFB5-41AA-B033-C7958E0D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E43E2B"/>
                </a:solidFill>
                <a:latin typeface="Hiragino Sans"/>
                <a:ea typeface="Hiragino Sans"/>
                <a:cs typeface="Hiragino Sans"/>
              </a:rPr>
              <a:t>重要：初稿を完成扱いしない。</a:t>
            </a:r>
          </a:p>
        </p:txBody>
      </p:sp>
    </p:spTree>
    <p:extLst>
      <p:ext uri="{BB962C8B-B14F-4D97-AF65-F5344CB8AC3E}">
        <p14:creationId xmlns:p14="http://schemas.microsoft.com/office/powerpoint/2010/main" val="5165551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2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a31a6f9224eb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82C1D-544D-4BE6-B4E1-62317BC1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03208-1235-4A98-A865-5B2C513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AI顧問室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0FBE6-6642-414D-879B-CAA977C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F147C-5331-411E-9CE3-E1E804B9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6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A9ADB2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031C5-ACB1-4D4A-BEB1-EC4ECFF3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0DC5A-C0E0-4421-90CA-F98F890E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6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307BE-F680-4411-84DD-529C9687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まず1本、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4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自社資料で試す。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6B717-62D1-4393-9166-2B5E212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rPr>
              <a:t>汎用ノウハウを、自社の営業・採用・会議資料に</a:t>
            </a:r>
          </a:p>
          <a:p xmlns:a="http://schemas.openxmlformats.org/drawingml/2006/main">
            <a:pPr>
              <a:lnSpc>
                <a:spcPct val="114000"/>
              </a:lnSpc>
              <a:buNone/>
              <a:def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>
                <a:solidFill>
                  <a:srgbClr val="D0D3D6"/>
                </a:solidFill>
                <a:latin typeface="Hiragino Sans"/>
                <a:ea typeface="Hiragino Sans"/>
                <a:cs typeface="Hiragino Sans"/>
              </a:rPr>
              <a:t>移すところまで一緒に設計します。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0BB72-7262-4AEA-B33B-2009BA89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F6C945"/>
                </a:solidFill>
                <a:latin typeface="Hiragino Sans"/>
                <a:ea typeface="Hiragino Sans"/>
                <a:cs typeface="Hiragino Sans"/>
              </a:rPr>
              <a:t>無料顧問1回分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6C78C-88BA-434D-AD7F-6F2909A1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3E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2EAAA-978D-423B-99AD-EE1B70F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資料の目的を1つに絞る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8FBEF-E342-4631-B673-3500BF65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B4D60-87C8-4C85-9837-B4A08B58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最初のghost deckを作る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AAFCE-45A8-4860-80E8-4D3A17CA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9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12E98-2BF4-4382-B1CE-0236C5F1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AIに任せる範囲を決める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22F84-2028-4D84-97C4-D6775C03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38481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8511C-024F-4035-99E8-37D91241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388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214"/>
                </a:solidFill>
                <a:latin typeface="Hiragino Sans"/>
                <a:ea typeface="Hiragino Sans"/>
                <a:cs typeface="Hiragino Sans"/>
              </a:rPr>
              <a:t>自社資料を1本、持ってくる</a:t>
            </a:r>
          </a:p>
        </p:txBody>
      </p:sp>
    </p:spTree>
    <p:extLst>
      <p:ext uri="{BB962C8B-B14F-4D97-AF65-F5344CB8AC3E}">
        <p14:creationId xmlns:p14="http://schemas.microsoft.com/office/powerpoint/2010/main" val="1336714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2026-07-28T12:19:17.3030000Z</dcterms:created>
  <dcterms:modified xsi:type="dcterms:W3CDTF">2026-07-28T12:19:17.3030000Z</dcterms:modified>
</coreProperties>
</file>