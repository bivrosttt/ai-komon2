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9089904d241fa" /><Relationship Type="http://schemas.openxmlformats.org/officeDocument/2006/relationships/extended-properties" Target="/docProps/app.xml" Id="R8bf9c6e10cce41cb" /><Relationship Type="http://schemas.openxmlformats.org/officeDocument/2006/relationships/officeDocument" Target="/ppt/presentation.xml" Id="R31aef881143f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375bff5684d77"/>
  </p:sldMasterIdLst>
  <p:notesMasterIdLst>
    <p:notesMasterId xmlns:r="http://schemas.openxmlformats.org/officeDocument/2006/relationships" r:id="Rdc79c250edbe4636"/>
  </p:notesMasterIdLst>
  <p:sldIdLst>
    <p:sldId xmlns:r="http://schemas.openxmlformats.org/officeDocument/2006/relationships" id="256" r:id="Rf10f07c2c7ec4789"/>
    <p:sldId xmlns:r="http://schemas.openxmlformats.org/officeDocument/2006/relationships" id="257" r:id="Rc34ecae93b6f479f"/>
    <p:sldId xmlns:r="http://schemas.openxmlformats.org/officeDocument/2006/relationships" id="258" r:id="Rce7e333af1c24556"/>
    <p:sldId xmlns:r="http://schemas.openxmlformats.org/officeDocument/2006/relationships" id="259" r:id="R232e94becf9d4ef5"/>
    <p:sldId xmlns:r="http://schemas.openxmlformats.org/officeDocument/2006/relationships" id="260" r:id="R885b69342ffb412f"/>
    <p:sldId xmlns:r="http://schemas.openxmlformats.org/officeDocument/2006/relationships" id="261" r:id="Rdce30b99b9c14f19"/>
    <p:sldId xmlns:r="http://schemas.openxmlformats.org/officeDocument/2006/relationships" id="262" r:id="Rcc98de3ea2944b94"/>
    <p:sldId xmlns:r="http://schemas.openxmlformats.org/officeDocument/2006/relationships" id="263" r:id="R08b61a918d7544af"/>
    <p:sldId xmlns:r="http://schemas.openxmlformats.org/officeDocument/2006/relationships" id="264" r:id="Rd80bea137ef84b2a"/>
    <p:sldId xmlns:r="http://schemas.openxmlformats.org/officeDocument/2006/relationships" id="265" r:id="Re085282c63934dfa"/>
    <p:sldId xmlns:r="http://schemas.openxmlformats.org/officeDocument/2006/relationships" id="266" r:id="R544e3106013b498c"/>
    <p:sldId xmlns:r="http://schemas.openxmlformats.org/officeDocument/2006/relationships" id="267" r:id="R15134b1a12854c4d"/>
    <p:sldId xmlns:r="http://schemas.openxmlformats.org/officeDocument/2006/relationships" id="268" r:id="Rc7366230daff49f5"/>
    <p:sldId xmlns:r="http://schemas.openxmlformats.org/officeDocument/2006/relationships" id="269" r:id="Ra086bf7462784c31"/>
    <p:sldId xmlns:r="http://schemas.openxmlformats.org/officeDocument/2006/relationships" id="270" r:id="Ra327dcd8089444ba"/>
    <p:sldId xmlns:r="http://schemas.openxmlformats.org/officeDocument/2006/relationships" id="271" r:id="R37440261ed574248"/>
    <p:sldId xmlns:r="http://schemas.openxmlformats.org/officeDocument/2006/relationships" id="272" r:id="R98951333a69b4822"/>
    <p:sldId xmlns:r="http://schemas.openxmlformats.org/officeDocument/2006/relationships" id="273" r:id="Reb0b7d5043a6432d"/>
    <p:sldId xmlns:r="http://schemas.openxmlformats.org/officeDocument/2006/relationships" id="274" r:id="R50d2c60cbd68419e"/>
    <p:sldId xmlns:r="http://schemas.openxmlformats.org/officeDocument/2006/relationships" id="275" r:id="R888f48e1d3824542"/>
    <p:sldId xmlns:r="http://schemas.openxmlformats.org/officeDocument/2006/relationships" id="276" r:id="R2922926fcb2a46a1"/>
    <p:sldId xmlns:r="http://schemas.openxmlformats.org/officeDocument/2006/relationships" id="277" r:id="Ra06624e22ca448cd"/>
    <p:sldId xmlns:r="http://schemas.openxmlformats.org/officeDocument/2006/relationships" id="278" r:id="R1b55cb9da413450c"/>
    <p:sldId xmlns:r="http://schemas.openxmlformats.org/officeDocument/2006/relationships" id="279" r:id="R3471ddd59f95466e"/>
    <p:sldId xmlns:r="http://schemas.openxmlformats.org/officeDocument/2006/relationships" id="280" r:id="Rbbb177bf9c954203"/>
    <p:sldId xmlns:r="http://schemas.openxmlformats.org/officeDocument/2006/relationships" id="281" r:id="Rbf0857aeb9d04229"/>
    <p:sldId xmlns:r="http://schemas.openxmlformats.org/officeDocument/2006/relationships" id="282" r:id="R7a7f92e6a6b8453a"/>
    <p:sldId xmlns:r="http://schemas.openxmlformats.org/officeDocument/2006/relationships" id="283" r:id="R44f3ae0024ef4862"/>
    <p:sldId xmlns:r="http://schemas.openxmlformats.org/officeDocument/2006/relationships" id="284" r:id="Rae9607db52444345"/>
    <p:sldId xmlns:r="http://schemas.openxmlformats.org/officeDocument/2006/relationships" id="285" r:id="Rc9479c76025f4c79"/>
    <p:sldId xmlns:r="http://schemas.openxmlformats.org/officeDocument/2006/relationships" id="286" r:id="Rad34f7746a154a34"/>
    <p:sldId xmlns:r="http://schemas.openxmlformats.org/officeDocument/2006/relationships" id="287" r:id="Rc51b304752c44b14"/>
    <p:sldId xmlns:r="http://schemas.openxmlformats.org/officeDocument/2006/relationships" id="288" r:id="R948ff538c9a04bca"/>
    <p:sldId xmlns:r="http://schemas.openxmlformats.org/officeDocument/2006/relationships" id="289" r:id="Rb71133b55fc2409f"/>
    <p:sldId xmlns:r="http://schemas.openxmlformats.org/officeDocument/2006/relationships" id="290" r:id="R5132265d168e46b3"/>
    <p:sldId xmlns:r="http://schemas.openxmlformats.org/officeDocument/2006/relationships" id="291" r:id="R35f44192e6944af6"/>
    <p:sldId xmlns:r="http://schemas.openxmlformats.org/officeDocument/2006/relationships" id="292" r:id="Rf1a6b2c36ce24b13"/>
    <p:sldId xmlns:r="http://schemas.openxmlformats.org/officeDocument/2006/relationships" id="293" r:id="R5d1bc3f4fbe84a1b"/>
    <p:sldId xmlns:r="http://schemas.openxmlformats.org/officeDocument/2006/relationships" id="294" r:id="Rb1fb44f647a74618"/>
    <p:sldId xmlns:r="http://schemas.openxmlformats.org/officeDocument/2006/relationships" id="295" r:id="R11dd86726c2a4e98"/>
    <p:sldId xmlns:r="http://schemas.openxmlformats.org/officeDocument/2006/relationships" id="296" r:id="R14086903f3ad4583"/>
    <p:sldId xmlns:r="http://schemas.openxmlformats.org/officeDocument/2006/relationships" id="297" r:id="Ra1c376db7d8e4377"/>
    <p:sldId xmlns:r="http://schemas.openxmlformats.org/officeDocument/2006/relationships" id="298" r:id="Ra7b3cb4ef6164a2a"/>
    <p:sldId xmlns:r="http://schemas.openxmlformats.org/officeDocument/2006/relationships" id="299" r:id="R8b6ae48dd8054d53"/>
    <p:sldId xmlns:r="http://schemas.openxmlformats.org/officeDocument/2006/relationships" id="300" r:id="Ra527070873014d6f"/>
    <p:sldId xmlns:r="http://schemas.openxmlformats.org/officeDocument/2006/relationships" id="301" r:id="Rd9221f6dfc9e4d21"/>
    <p:sldId xmlns:r="http://schemas.openxmlformats.org/officeDocument/2006/relationships" id="302" r:id="R7f765c01db874199"/>
    <p:sldId xmlns:r="http://schemas.openxmlformats.org/officeDocument/2006/relationships" id="303" r:id="Rdfbfe370662b4452"/>
    <p:sldId xmlns:r="http://schemas.openxmlformats.org/officeDocument/2006/relationships" id="304" r:id="R35f5916cb328478d"/>
    <p:sldId xmlns:r="http://schemas.openxmlformats.org/officeDocument/2006/relationships" id="305" r:id="R95e16f5d98a348fa"/>
    <p:sldId xmlns:r="http://schemas.openxmlformats.org/officeDocument/2006/relationships" id="306" r:id="R90b8eb0276cb4d43"/>
    <p:sldId xmlns:r="http://schemas.openxmlformats.org/officeDocument/2006/relationships" id="307" r:id="Ra0cf114624624b86"/>
    <p:sldId xmlns:r="http://schemas.openxmlformats.org/officeDocument/2006/relationships" id="308" r:id="Rea7caa746dee42d5"/>
    <p:sldId xmlns:r="http://schemas.openxmlformats.org/officeDocument/2006/relationships" id="309" r:id="R1ab08fd829ba4eec"/>
    <p:sldId xmlns:r="http://schemas.openxmlformats.org/officeDocument/2006/relationships" id="310" r:id="R6b7da0db72244d40"/>
    <p:sldId xmlns:r="http://schemas.openxmlformats.org/officeDocument/2006/relationships" id="311" r:id="R46090340bc934864"/>
    <p:sldId xmlns:r="http://schemas.openxmlformats.org/officeDocument/2006/relationships" id="312" r:id="Re9872036097f4182"/>
    <p:sldId xmlns:r="http://schemas.openxmlformats.org/officeDocument/2006/relationships" id="313" r:id="Rf5b2ffee13704951"/>
    <p:sldId xmlns:r="http://schemas.openxmlformats.org/officeDocument/2006/relationships" id="314" r:id="R70c91c3c6f7d48a2"/>
    <p:sldId xmlns:r="http://schemas.openxmlformats.org/officeDocument/2006/relationships" id="315" r:id="R6b0af48e6c7f4b95"/>
    <p:sldId xmlns:r="http://schemas.openxmlformats.org/officeDocument/2006/relationships" id="316" r:id="Rd9a5a108d8fd4c51"/>
    <p:sldId xmlns:r="http://schemas.openxmlformats.org/officeDocument/2006/relationships" id="317" r:id="R109a4a46eb754dcc"/>
    <p:sldId xmlns:r="http://schemas.openxmlformats.org/officeDocument/2006/relationships" id="318" r:id="R6c3066802f7b4ead"/>
    <p:sldId xmlns:r="http://schemas.openxmlformats.org/officeDocument/2006/relationships" id="319" r:id="R3ff5b37e854f49e7"/>
    <p:sldId xmlns:r="http://schemas.openxmlformats.org/officeDocument/2006/relationships" id="320" r:id="Ra485087b01f84996"/>
    <p:sldId xmlns:r="http://schemas.openxmlformats.org/officeDocument/2006/relationships" id="321" r:id="R22ab363b188d4187"/>
    <p:sldId xmlns:r="http://schemas.openxmlformats.org/officeDocument/2006/relationships" id="322" r:id="R6b7e09934c8f42b4"/>
    <p:sldId xmlns:r="http://schemas.openxmlformats.org/officeDocument/2006/relationships" id="323" r:id="R7945f07c5a204026"/>
    <p:sldId xmlns:r="http://schemas.openxmlformats.org/officeDocument/2006/relationships" id="324" r:id="Re701c8f2e3dd44f1"/>
    <p:sldId xmlns:r="http://schemas.openxmlformats.org/officeDocument/2006/relationships" id="325" r:id="R06199f4db7be49ca"/>
    <p:sldId xmlns:r="http://schemas.openxmlformats.org/officeDocument/2006/relationships" id="326" r:id="R64c2eb800d6b4ee8"/>
    <p:sldId xmlns:r="http://schemas.openxmlformats.org/officeDocument/2006/relationships" id="327" r:id="Rf489a4b5d0df43a2"/>
    <p:sldId xmlns:r="http://schemas.openxmlformats.org/officeDocument/2006/relationships" id="328" r:id="Re5e6e4e226f74712"/>
    <p:sldId xmlns:r="http://schemas.openxmlformats.org/officeDocument/2006/relationships" id="329" r:id="R6869f63630a94b98"/>
    <p:sldId xmlns:r="http://schemas.openxmlformats.org/officeDocument/2006/relationships" id="330" r:id="R232204c96cfe4486"/>
    <p:sldId xmlns:r="http://schemas.openxmlformats.org/officeDocument/2006/relationships" id="331" r:id="Rfe251ba190724b0d"/>
    <p:sldId xmlns:r="http://schemas.openxmlformats.org/officeDocument/2006/relationships" id="332" r:id="R8445b7052b0a4e78"/>
    <p:sldId xmlns:r="http://schemas.openxmlformats.org/officeDocument/2006/relationships" id="333" r:id="R170148575b234e7e"/>
    <p:sldId xmlns:r="http://schemas.openxmlformats.org/officeDocument/2006/relationships" id="334" r:id="R78c21e55db75433a"/>
    <p:sldId xmlns:r="http://schemas.openxmlformats.org/officeDocument/2006/relationships" id="335" r:id="R838efa7323874a3b"/>
    <p:sldId xmlns:r="http://schemas.openxmlformats.org/officeDocument/2006/relationships" id="336" r:id="Rc196df1a8f05465a"/>
    <p:sldId xmlns:r="http://schemas.openxmlformats.org/officeDocument/2006/relationships" id="337" r:id="R938f7ef84ee9449f"/>
    <p:sldId xmlns:r="http://schemas.openxmlformats.org/officeDocument/2006/relationships" id="338" r:id="R195582b969174393"/>
    <p:sldId xmlns:r="http://schemas.openxmlformats.org/officeDocument/2006/relationships" id="339" r:id="R6209b1c86c6e44a5"/>
    <p:sldId xmlns:r="http://schemas.openxmlformats.org/officeDocument/2006/relationships" id="340" r:id="Rc0d542a20f2940c9"/>
    <p:sldId xmlns:r="http://schemas.openxmlformats.org/officeDocument/2006/relationships" id="341" r:id="R176a164f88624e7b"/>
    <p:sldId xmlns:r="http://schemas.openxmlformats.org/officeDocument/2006/relationships" id="342" r:id="Rd8c965145d664678"/>
    <p:sldId xmlns:r="http://schemas.openxmlformats.org/officeDocument/2006/relationships" id="343" r:id="Rc47418e84c694d6d"/>
    <p:sldId xmlns:r="http://schemas.openxmlformats.org/officeDocument/2006/relationships" id="344" r:id="Raa857a69b575439c"/>
    <p:sldId xmlns:r="http://schemas.openxmlformats.org/officeDocument/2006/relationships" id="345" r:id="Ra4f916a454f64fa8"/>
    <p:sldId xmlns:r="http://schemas.openxmlformats.org/officeDocument/2006/relationships" id="346" r:id="R08b659f5ca2d4cec"/>
    <p:sldId xmlns:r="http://schemas.openxmlformats.org/officeDocument/2006/relationships" id="347" r:id="Rc19cae92adf24adb"/>
    <p:sldId xmlns:r="http://schemas.openxmlformats.org/officeDocument/2006/relationships" id="348" r:id="R92b824a3716f429d"/>
    <p:sldId xmlns:r="http://schemas.openxmlformats.org/officeDocument/2006/relationships" id="349" r:id="R4bc2f75093bb473b"/>
    <p:sldId xmlns:r="http://schemas.openxmlformats.org/officeDocument/2006/relationships" id="350" r:id="Rd2ed9327e6e745ec"/>
    <p:sldId xmlns:r="http://schemas.openxmlformats.org/officeDocument/2006/relationships" id="351" r:id="Rdfb947b8753c420b"/>
    <p:sldId xmlns:r="http://schemas.openxmlformats.org/officeDocument/2006/relationships" id="352" r:id="R3e9934fa06b94054"/>
    <p:sldId xmlns:r="http://schemas.openxmlformats.org/officeDocument/2006/relationships" id="353" r:id="Ra209049da354427b"/>
    <p:sldId xmlns:r="http://schemas.openxmlformats.org/officeDocument/2006/relationships" id="354" r:id="Ref3901b445d44a5b"/>
    <p:sldId xmlns:r="http://schemas.openxmlformats.org/officeDocument/2006/relationships" id="355" r:id="R22eb1f8cbecc434a"/>
    <p:sldId xmlns:r="http://schemas.openxmlformats.org/officeDocument/2006/relationships" id="356" r:id="R1402def2a6b2402a"/>
    <p:sldId xmlns:r="http://schemas.openxmlformats.org/officeDocument/2006/relationships" id="357" r:id="R815b69ffdebf4706"/>
    <p:sldId xmlns:r="http://schemas.openxmlformats.org/officeDocument/2006/relationships" id="358" r:id="R2d1a281e35754b9d"/>
    <p:sldId xmlns:r="http://schemas.openxmlformats.org/officeDocument/2006/relationships" id="359" r:id="Rd4a4091cb9d04f48"/>
    <p:sldId xmlns:r="http://schemas.openxmlformats.org/officeDocument/2006/relationships" id="360" r:id="R37a19d64c7984e56"/>
    <p:sldId xmlns:r="http://schemas.openxmlformats.org/officeDocument/2006/relationships" id="361" r:id="Ra59688cd88af4019"/>
    <p:sldId xmlns:r="http://schemas.openxmlformats.org/officeDocument/2006/relationships" id="362" r:id="R32e5c4fdc4db4a0d"/>
    <p:sldId xmlns:r="http://schemas.openxmlformats.org/officeDocument/2006/relationships" id="363" r:id="Rd2075ee48ba0465d"/>
    <p:sldId xmlns:r="http://schemas.openxmlformats.org/officeDocument/2006/relationships" id="364" r:id="R1beff16ae4f84fbc"/>
    <p:sldId xmlns:r="http://schemas.openxmlformats.org/officeDocument/2006/relationships" id="365" r:id="R4d54365f8f8f4fb1"/>
    <p:sldId xmlns:r="http://schemas.openxmlformats.org/officeDocument/2006/relationships" id="366" r:id="R93c4c302175f4a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ea96efddc49e0" /><Relationship Type="http://schemas.openxmlformats.org/officeDocument/2006/relationships/slideMaster" Target="/ppt/slideMasters/slideMaster1.xml" Id="Red4375bff5684d77" /><Relationship Type="http://schemas.openxmlformats.org/officeDocument/2006/relationships/notesMaster" Target="/ppt/notesMasters/notesMaster1.xml" Id="Rdc79c250edbe4636" /><Relationship Type="http://schemas.openxmlformats.org/officeDocument/2006/relationships/presProps" Target="/ppt/presProps.xml" Id="Rccfd9a07eaea40c5" /><Relationship Type="http://schemas.openxmlformats.org/officeDocument/2006/relationships/tableStyles" Target="/ppt/tableStyles.xml" Id="R11f02417afd947f1" /><Relationship Type="http://schemas.openxmlformats.org/officeDocument/2006/relationships/slide" Target="/ppt/slides/slide1.xml" Id="Rf10f07c2c7ec4789" /><Relationship Type="http://schemas.openxmlformats.org/officeDocument/2006/relationships/slide" Target="/ppt/slides/slide2.xml" Id="Rc34ecae93b6f479f" /><Relationship Type="http://schemas.openxmlformats.org/officeDocument/2006/relationships/slide" Target="/ppt/slides/slide3.xml" Id="Rce7e333af1c24556" /><Relationship Type="http://schemas.openxmlformats.org/officeDocument/2006/relationships/slide" Target="/ppt/slides/slide4.xml" Id="R232e94becf9d4ef5" /><Relationship Type="http://schemas.openxmlformats.org/officeDocument/2006/relationships/slide" Target="/ppt/slides/slide5.xml" Id="R885b69342ffb412f" /><Relationship Type="http://schemas.openxmlformats.org/officeDocument/2006/relationships/slide" Target="/ppt/slides/slide6.xml" Id="Rdce30b99b9c14f19" /><Relationship Type="http://schemas.openxmlformats.org/officeDocument/2006/relationships/slide" Target="/ppt/slides/slide7.xml" Id="Rcc98de3ea2944b94" /><Relationship Type="http://schemas.openxmlformats.org/officeDocument/2006/relationships/slide" Target="/ppt/slides/slide8.xml" Id="R08b61a918d7544af" /><Relationship Type="http://schemas.openxmlformats.org/officeDocument/2006/relationships/slide" Target="/ppt/slides/slide9.xml" Id="Rd80bea137ef84b2a" /><Relationship Type="http://schemas.openxmlformats.org/officeDocument/2006/relationships/slide" Target="/ppt/slides/slide10.xml" Id="Re085282c63934dfa" /><Relationship Type="http://schemas.openxmlformats.org/officeDocument/2006/relationships/slide" Target="/ppt/slides/slide11.xml" Id="R544e3106013b498c" /><Relationship Type="http://schemas.openxmlformats.org/officeDocument/2006/relationships/slide" Target="/ppt/slides/slide12.xml" Id="R15134b1a12854c4d" /><Relationship Type="http://schemas.openxmlformats.org/officeDocument/2006/relationships/slide" Target="/ppt/slides/slide13.xml" Id="Rc7366230daff49f5" /><Relationship Type="http://schemas.openxmlformats.org/officeDocument/2006/relationships/slide" Target="/ppt/slides/slide14.xml" Id="Ra086bf7462784c31" /><Relationship Type="http://schemas.openxmlformats.org/officeDocument/2006/relationships/slide" Target="/ppt/slides/slide15.xml" Id="Ra327dcd8089444ba" /><Relationship Type="http://schemas.openxmlformats.org/officeDocument/2006/relationships/slide" Target="/ppt/slides/slide16.xml" Id="R37440261ed574248" /><Relationship Type="http://schemas.openxmlformats.org/officeDocument/2006/relationships/slide" Target="/ppt/slides/slide17.xml" Id="R98951333a69b4822" /><Relationship Type="http://schemas.openxmlformats.org/officeDocument/2006/relationships/slide" Target="/ppt/slides/slide18.xml" Id="Reb0b7d5043a6432d" /><Relationship Type="http://schemas.openxmlformats.org/officeDocument/2006/relationships/slide" Target="/ppt/slides/slide19.xml" Id="R50d2c60cbd68419e" /><Relationship Type="http://schemas.openxmlformats.org/officeDocument/2006/relationships/slide" Target="/ppt/slides/slide20.xml" Id="R888f48e1d3824542" /><Relationship Type="http://schemas.openxmlformats.org/officeDocument/2006/relationships/slide" Target="/ppt/slides/slide21.xml" Id="R2922926fcb2a46a1" /><Relationship Type="http://schemas.openxmlformats.org/officeDocument/2006/relationships/slide" Target="/ppt/slides/slide22.xml" Id="Ra06624e22ca448cd" /><Relationship Type="http://schemas.openxmlformats.org/officeDocument/2006/relationships/slide" Target="/ppt/slides/slide23.xml" Id="R1b55cb9da413450c" /><Relationship Type="http://schemas.openxmlformats.org/officeDocument/2006/relationships/slide" Target="/ppt/slides/slide24.xml" Id="R3471ddd59f95466e" /><Relationship Type="http://schemas.openxmlformats.org/officeDocument/2006/relationships/slide" Target="/ppt/slides/slide25.xml" Id="Rbbb177bf9c954203" /><Relationship Type="http://schemas.openxmlformats.org/officeDocument/2006/relationships/slide" Target="/ppt/slides/slide26.xml" Id="Rbf0857aeb9d04229" /><Relationship Type="http://schemas.openxmlformats.org/officeDocument/2006/relationships/slide" Target="/ppt/slides/slide27.xml" Id="R7a7f92e6a6b8453a" /><Relationship Type="http://schemas.openxmlformats.org/officeDocument/2006/relationships/slide" Target="/ppt/slides/slide28.xml" Id="R44f3ae0024ef4862" /><Relationship Type="http://schemas.openxmlformats.org/officeDocument/2006/relationships/slide" Target="/ppt/slides/slide29.xml" Id="Rae9607db52444345" /><Relationship Type="http://schemas.openxmlformats.org/officeDocument/2006/relationships/slide" Target="/ppt/slides/slide30.xml" Id="Rc9479c76025f4c79" /><Relationship Type="http://schemas.openxmlformats.org/officeDocument/2006/relationships/slide" Target="/ppt/slides/slide31.xml" Id="Rad34f7746a154a34" /><Relationship Type="http://schemas.openxmlformats.org/officeDocument/2006/relationships/slide" Target="/ppt/slides/slide32.xml" Id="Rc51b304752c44b14" /><Relationship Type="http://schemas.openxmlformats.org/officeDocument/2006/relationships/slide" Target="/ppt/slides/slide33.xml" Id="R948ff538c9a04bca" /><Relationship Type="http://schemas.openxmlformats.org/officeDocument/2006/relationships/slide" Target="/ppt/slides/slide34.xml" Id="Rb71133b55fc2409f" /><Relationship Type="http://schemas.openxmlformats.org/officeDocument/2006/relationships/slide" Target="/ppt/slides/slide35.xml" Id="R5132265d168e46b3" /><Relationship Type="http://schemas.openxmlformats.org/officeDocument/2006/relationships/slide" Target="/ppt/slides/slide36.xml" Id="R35f44192e6944af6" /><Relationship Type="http://schemas.openxmlformats.org/officeDocument/2006/relationships/slide" Target="/ppt/slides/slide37.xml" Id="Rf1a6b2c36ce24b13" /><Relationship Type="http://schemas.openxmlformats.org/officeDocument/2006/relationships/slide" Target="/ppt/slides/slide38.xml" Id="R5d1bc3f4fbe84a1b" /><Relationship Type="http://schemas.openxmlformats.org/officeDocument/2006/relationships/slide" Target="/ppt/slides/slide39.xml" Id="Rb1fb44f647a74618" /><Relationship Type="http://schemas.openxmlformats.org/officeDocument/2006/relationships/slide" Target="/ppt/slides/slide40.xml" Id="R11dd86726c2a4e98" /><Relationship Type="http://schemas.openxmlformats.org/officeDocument/2006/relationships/slide" Target="/ppt/slides/slide41.xml" Id="R14086903f3ad4583" /><Relationship Type="http://schemas.openxmlformats.org/officeDocument/2006/relationships/slide" Target="/ppt/slides/slide42.xml" Id="Ra1c376db7d8e4377" /><Relationship Type="http://schemas.openxmlformats.org/officeDocument/2006/relationships/slide" Target="/ppt/slides/slide43.xml" Id="Ra7b3cb4ef6164a2a" /><Relationship Type="http://schemas.openxmlformats.org/officeDocument/2006/relationships/slide" Target="/ppt/slides/slide44.xml" Id="R8b6ae48dd8054d53" /><Relationship Type="http://schemas.openxmlformats.org/officeDocument/2006/relationships/slide" Target="/ppt/slides/slide45.xml" Id="Ra527070873014d6f" /><Relationship Type="http://schemas.openxmlformats.org/officeDocument/2006/relationships/slide" Target="/ppt/slides/slide46.xml" Id="Rd9221f6dfc9e4d21" /><Relationship Type="http://schemas.openxmlformats.org/officeDocument/2006/relationships/slide" Target="/ppt/slides/slide47.xml" Id="R7f765c01db874199" /><Relationship Type="http://schemas.openxmlformats.org/officeDocument/2006/relationships/slide" Target="/ppt/slides/slide48.xml" Id="Rdfbfe370662b4452" /><Relationship Type="http://schemas.openxmlformats.org/officeDocument/2006/relationships/slide" Target="/ppt/slides/slide49.xml" Id="R35f5916cb328478d" /><Relationship Type="http://schemas.openxmlformats.org/officeDocument/2006/relationships/slide" Target="/ppt/slides/slide50.xml" Id="R95e16f5d98a348fa" /><Relationship Type="http://schemas.openxmlformats.org/officeDocument/2006/relationships/slide" Target="/ppt/slides/slide51.xml" Id="R90b8eb0276cb4d43" /><Relationship Type="http://schemas.openxmlformats.org/officeDocument/2006/relationships/slide" Target="/ppt/slides/slide52.xml" Id="Ra0cf114624624b86" /><Relationship Type="http://schemas.openxmlformats.org/officeDocument/2006/relationships/slide" Target="/ppt/slides/slide53.xml" Id="Rea7caa746dee42d5" /><Relationship Type="http://schemas.openxmlformats.org/officeDocument/2006/relationships/slide" Target="/ppt/slides/slide54.xml" Id="R1ab08fd829ba4eec" /><Relationship Type="http://schemas.openxmlformats.org/officeDocument/2006/relationships/slide" Target="/ppt/slides/slide55.xml" Id="R6b7da0db72244d40" /><Relationship Type="http://schemas.openxmlformats.org/officeDocument/2006/relationships/slide" Target="/ppt/slides/slide56.xml" Id="R46090340bc934864" /><Relationship Type="http://schemas.openxmlformats.org/officeDocument/2006/relationships/slide" Target="/ppt/slides/slide57.xml" Id="Re9872036097f4182" /><Relationship Type="http://schemas.openxmlformats.org/officeDocument/2006/relationships/slide" Target="/ppt/slides/slide58.xml" Id="Rf5b2ffee13704951" /><Relationship Type="http://schemas.openxmlformats.org/officeDocument/2006/relationships/slide" Target="/ppt/slides/slide59.xml" Id="R70c91c3c6f7d48a2" /><Relationship Type="http://schemas.openxmlformats.org/officeDocument/2006/relationships/slide" Target="/ppt/slides/slide60.xml" Id="R6b0af48e6c7f4b95" /><Relationship Type="http://schemas.openxmlformats.org/officeDocument/2006/relationships/slide" Target="/ppt/slides/slide61.xml" Id="Rd9a5a108d8fd4c51" /><Relationship Type="http://schemas.openxmlformats.org/officeDocument/2006/relationships/slide" Target="/ppt/slides/slide62.xml" Id="R109a4a46eb754dcc" /><Relationship Type="http://schemas.openxmlformats.org/officeDocument/2006/relationships/slide" Target="/ppt/slides/slide63.xml" Id="R6c3066802f7b4ead" /><Relationship Type="http://schemas.openxmlformats.org/officeDocument/2006/relationships/slide" Target="/ppt/slides/slide64.xml" Id="R3ff5b37e854f49e7" /><Relationship Type="http://schemas.openxmlformats.org/officeDocument/2006/relationships/slide" Target="/ppt/slides/slide65.xml" Id="Ra485087b01f84996" /><Relationship Type="http://schemas.openxmlformats.org/officeDocument/2006/relationships/slide" Target="/ppt/slides/slide66.xml" Id="R22ab363b188d4187" /><Relationship Type="http://schemas.openxmlformats.org/officeDocument/2006/relationships/slide" Target="/ppt/slides/slide67.xml" Id="R6b7e09934c8f42b4" /><Relationship Type="http://schemas.openxmlformats.org/officeDocument/2006/relationships/slide" Target="/ppt/slides/slide68.xml" Id="R7945f07c5a204026" /><Relationship Type="http://schemas.openxmlformats.org/officeDocument/2006/relationships/slide" Target="/ppt/slides/slide69.xml" Id="Re701c8f2e3dd44f1" /><Relationship Type="http://schemas.openxmlformats.org/officeDocument/2006/relationships/slide" Target="/ppt/slides/slide70.xml" Id="R06199f4db7be49ca" /><Relationship Type="http://schemas.openxmlformats.org/officeDocument/2006/relationships/slide" Target="/ppt/slides/slide71.xml" Id="R64c2eb800d6b4ee8" /><Relationship Type="http://schemas.openxmlformats.org/officeDocument/2006/relationships/slide" Target="/ppt/slides/slide72.xml" Id="Rf489a4b5d0df43a2" /><Relationship Type="http://schemas.openxmlformats.org/officeDocument/2006/relationships/slide" Target="/ppt/slides/slide73.xml" Id="Re5e6e4e226f74712" /><Relationship Type="http://schemas.openxmlformats.org/officeDocument/2006/relationships/slide" Target="/ppt/slides/slide74.xml" Id="R6869f63630a94b98" /><Relationship Type="http://schemas.openxmlformats.org/officeDocument/2006/relationships/slide" Target="/ppt/slides/slide75.xml" Id="R232204c96cfe4486" /><Relationship Type="http://schemas.openxmlformats.org/officeDocument/2006/relationships/slide" Target="/ppt/slides/slide76.xml" Id="Rfe251ba190724b0d" /><Relationship Type="http://schemas.openxmlformats.org/officeDocument/2006/relationships/slide" Target="/ppt/slides/slide77.xml" Id="R8445b7052b0a4e78" /><Relationship Type="http://schemas.openxmlformats.org/officeDocument/2006/relationships/slide" Target="/ppt/slides/slide78.xml" Id="R170148575b234e7e" /><Relationship Type="http://schemas.openxmlformats.org/officeDocument/2006/relationships/slide" Target="/ppt/slides/slide79.xml" Id="R78c21e55db75433a" /><Relationship Type="http://schemas.openxmlformats.org/officeDocument/2006/relationships/slide" Target="/ppt/slides/slide80.xml" Id="R838efa7323874a3b" /><Relationship Type="http://schemas.openxmlformats.org/officeDocument/2006/relationships/slide" Target="/ppt/slides/slide81.xml" Id="Rc196df1a8f05465a" /><Relationship Type="http://schemas.openxmlformats.org/officeDocument/2006/relationships/slide" Target="/ppt/slides/slide82.xml" Id="R938f7ef84ee9449f" /><Relationship Type="http://schemas.openxmlformats.org/officeDocument/2006/relationships/slide" Target="/ppt/slides/slide83.xml" Id="R195582b969174393" /><Relationship Type="http://schemas.openxmlformats.org/officeDocument/2006/relationships/slide" Target="/ppt/slides/slide84.xml" Id="R6209b1c86c6e44a5" /><Relationship Type="http://schemas.openxmlformats.org/officeDocument/2006/relationships/slide" Target="/ppt/slides/slide85.xml" Id="Rc0d542a20f2940c9" /><Relationship Type="http://schemas.openxmlformats.org/officeDocument/2006/relationships/slide" Target="/ppt/slides/slide86.xml" Id="R176a164f88624e7b" /><Relationship Type="http://schemas.openxmlformats.org/officeDocument/2006/relationships/slide" Target="/ppt/slides/slide87.xml" Id="Rd8c965145d664678" /><Relationship Type="http://schemas.openxmlformats.org/officeDocument/2006/relationships/slide" Target="/ppt/slides/slide88.xml" Id="Rc47418e84c694d6d" /><Relationship Type="http://schemas.openxmlformats.org/officeDocument/2006/relationships/slide" Target="/ppt/slides/slide89.xml" Id="Raa857a69b575439c" /><Relationship Type="http://schemas.openxmlformats.org/officeDocument/2006/relationships/slide" Target="/ppt/slides/slide90.xml" Id="Ra4f916a454f64fa8" /><Relationship Type="http://schemas.openxmlformats.org/officeDocument/2006/relationships/slide" Target="/ppt/slides/slide91.xml" Id="R08b659f5ca2d4cec" /><Relationship Type="http://schemas.openxmlformats.org/officeDocument/2006/relationships/slide" Target="/ppt/slides/slide92.xml" Id="Rc19cae92adf24adb" /><Relationship Type="http://schemas.openxmlformats.org/officeDocument/2006/relationships/slide" Target="/ppt/slides/slide93.xml" Id="R92b824a3716f429d" /><Relationship Type="http://schemas.openxmlformats.org/officeDocument/2006/relationships/slide" Target="/ppt/slides/slide94.xml" Id="R4bc2f75093bb473b" /><Relationship Type="http://schemas.openxmlformats.org/officeDocument/2006/relationships/slide" Target="/ppt/slides/slide95.xml" Id="Rd2ed9327e6e745ec" /><Relationship Type="http://schemas.openxmlformats.org/officeDocument/2006/relationships/slide" Target="/ppt/slides/slide96.xml" Id="Rdfb947b8753c420b" /><Relationship Type="http://schemas.openxmlformats.org/officeDocument/2006/relationships/slide" Target="/ppt/slides/slide97.xml" Id="R3e9934fa06b94054" /><Relationship Type="http://schemas.openxmlformats.org/officeDocument/2006/relationships/slide" Target="/ppt/slides/slide98.xml" Id="Ra209049da354427b" /><Relationship Type="http://schemas.openxmlformats.org/officeDocument/2006/relationships/slide" Target="/ppt/slides/slide99.xml" Id="Ref3901b445d44a5b" /><Relationship Type="http://schemas.openxmlformats.org/officeDocument/2006/relationships/slide" Target="/ppt/slides/slide100.xml" Id="R22eb1f8cbecc434a" /><Relationship Type="http://schemas.openxmlformats.org/officeDocument/2006/relationships/slide" Target="/ppt/slides/slide101.xml" Id="R1402def2a6b2402a" /><Relationship Type="http://schemas.openxmlformats.org/officeDocument/2006/relationships/slide" Target="/ppt/slides/slide102.xml" Id="R815b69ffdebf4706" /><Relationship Type="http://schemas.openxmlformats.org/officeDocument/2006/relationships/slide" Target="/ppt/slides/slide103.xml" Id="R2d1a281e35754b9d" /><Relationship Type="http://schemas.openxmlformats.org/officeDocument/2006/relationships/slide" Target="/ppt/slides/slide104.xml" Id="Rd4a4091cb9d04f48" /><Relationship Type="http://schemas.openxmlformats.org/officeDocument/2006/relationships/slide" Target="/ppt/slides/slide105.xml" Id="R37a19d64c7984e56" /><Relationship Type="http://schemas.openxmlformats.org/officeDocument/2006/relationships/slide" Target="/ppt/slides/slide106.xml" Id="Ra59688cd88af4019" /><Relationship Type="http://schemas.openxmlformats.org/officeDocument/2006/relationships/slide" Target="/ppt/slides/slide107.xml" Id="R32e5c4fdc4db4a0d" /><Relationship Type="http://schemas.openxmlformats.org/officeDocument/2006/relationships/slide" Target="/ppt/slides/slide108.xml" Id="Rd2075ee48ba0465d" /><Relationship Type="http://schemas.openxmlformats.org/officeDocument/2006/relationships/slide" Target="/ppt/slides/slide109.xml" Id="R1beff16ae4f84fbc" /><Relationship Type="http://schemas.openxmlformats.org/officeDocument/2006/relationships/slide" Target="/ppt/slides/slide110.xml" Id="R4d54365f8f8f4fb1" /><Relationship Type="http://schemas.openxmlformats.org/officeDocument/2006/relationships/slide" Target="/ppt/slides/slide111.xml" Id="R93c4c302175f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cfe63a67f7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748c1bca3453d" /><Relationship Type="http://schemas.openxmlformats.org/officeDocument/2006/relationships/notesMaster" Target="/ppt/notesMasters/notesMaster1.xml" Id="R3f9134d176e54e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d8a075ffa4783" /><Relationship Type="http://schemas.openxmlformats.org/officeDocument/2006/relationships/notesMaster" Target="/ppt/notesMasters/notesMaster1.xml" Id="R56de80bee074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0389e1a78c4773" /><Relationship Type="http://schemas.openxmlformats.org/officeDocument/2006/relationships/notesMaster" Target="/ppt/notesMasters/notesMaster1.xml" Id="R739b5e21fd174c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803dd8211f48e8" /><Relationship Type="http://schemas.openxmlformats.org/officeDocument/2006/relationships/notesMaster" Target="/ppt/notesMasters/notesMaster1.xml" Id="Rbb5f203c2e0147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f449a60a164fbc" /><Relationship Type="http://schemas.openxmlformats.org/officeDocument/2006/relationships/notesMaster" Target="/ppt/notesMasters/notesMaster1.xml" Id="R37379de818e3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3e86405a0478f" /><Relationship Type="http://schemas.openxmlformats.org/officeDocument/2006/relationships/notesMaster" Target="/ppt/notesMasters/notesMaster1.xml" Id="Reee9711e44ad4d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575c87dffa4598" /><Relationship Type="http://schemas.openxmlformats.org/officeDocument/2006/relationships/notesMaster" Target="/ppt/notesMasters/notesMaster1.xml" Id="R6584c2c00c6943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30ae8a1b34816" /><Relationship Type="http://schemas.openxmlformats.org/officeDocument/2006/relationships/notesMaster" Target="/ppt/notesMasters/notesMaster1.xml" Id="R6801f4f475f546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6aa8fe5ba74075" /><Relationship Type="http://schemas.openxmlformats.org/officeDocument/2006/relationships/notesMaster" Target="/ppt/notesMasters/notesMaster1.xml" Id="R44963316bc5e40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49aa1c5a1e4d78" /><Relationship Type="http://schemas.openxmlformats.org/officeDocument/2006/relationships/notesMaster" Target="/ppt/notesMasters/notesMaster1.xml" Id="Rd631ae3f439d40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0d136d698d41b2" /><Relationship Type="http://schemas.openxmlformats.org/officeDocument/2006/relationships/notesMaster" Target="/ppt/notesMasters/notesMaster1.xml" Id="R192cd9b622de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588677aac54f27" /><Relationship Type="http://schemas.openxmlformats.org/officeDocument/2006/relationships/notesMaster" Target="/ppt/notesMasters/notesMaster1.xml" Id="R1228ab3018b947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1eb99e9404482b" /><Relationship Type="http://schemas.openxmlformats.org/officeDocument/2006/relationships/notesMaster" Target="/ppt/notesMasters/notesMaster1.xml" Id="Rf2e2e83d7c8448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ab76e7a86c4503" /><Relationship Type="http://schemas.openxmlformats.org/officeDocument/2006/relationships/notesMaster" Target="/ppt/notesMasters/notesMaster1.xml" Id="Re59a84594c654c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b28661f6f464c" /><Relationship Type="http://schemas.openxmlformats.org/officeDocument/2006/relationships/notesMaster" Target="/ppt/notesMasters/notesMaster1.xml" Id="R9b5cbbe7e7784b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c0754c2be2447f" /><Relationship Type="http://schemas.openxmlformats.org/officeDocument/2006/relationships/notesMaster" Target="/ppt/notesMasters/notesMaster1.xml" Id="Rac6df26bf3a744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100588529f475a" /><Relationship Type="http://schemas.openxmlformats.org/officeDocument/2006/relationships/notesMaster" Target="/ppt/notesMasters/notesMaster1.xml" Id="R6fb2f73b8ad048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e42d087abb4e84" /><Relationship Type="http://schemas.openxmlformats.org/officeDocument/2006/relationships/notesMaster" Target="/ppt/notesMasters/notesMaster1.xml" Id="R82883824424a44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cd90e5c6434ed4" /><Relationship Type="http://schemas.openxmlformats.org/officeDocument/2006/relationships/notesMaster" Target="/ppt/notesMasters/notesMaster1.xml" Id="R04e77155f59b45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835a15d5a54d36" /><Relationship Type="http://schemas.openxmlformats.org/officeDocument/2006/relationships/notesMaster" Target="/ppt/notesMasters/notesMaster1.xml" Id="R104981f4571e49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0db6e18f774c73" /><Relationship Type="http://schemas.openxmlformats.org/officeDocument/2006/relationships/notesMaster" Target="/ppt/notesMasters/notesMaster1.xml" Id="Rc5e93453771740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8f8f94de8649f3" /><Relationship Type="http://schemas.openxmlformats.org/officeDocument/2006/relationships/notesMaster" Target="/ppt/notesMasters/notesMaster1.xml" Id="R3d9e927f88344d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42e2d05a044508" /><Relationship Type="http://schemas.openxmlformats.org/officeDocument/2006/relationships/notesMaster" Target="/ppt/notesMasters/notesMaster1.xml" Id="R60a4fb90a9ad4c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b742f88feb40be" /><Relationship Type="http://schemas.openxmlformats.org/officeDocument/2006/relationships/notesMaster" Target="/ppt/notesMasters/notesMaster1.xml" Id="R1ef987c75fec47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154f47fb654943" /><Relationship Type="http://schemas.openxmlformats.org/officeDocument/2006/relationships/notesMaster" Target="/ppt/notesMasters/notesMaster1.xml" Id="R97c40d5271834f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7c9e3ebb374def" /><Relationship Type="http://schemas.openxmlformats.org/officeDocument/2006/relationships/notesMaster" Target="/ppt/notesMasters/notesMaster1.xml" Id="Rcdc846ab477941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1935061f5749d3" /><Relationship Type="http://schemas.openxmlformats.org/officeDocument/2006/relationships/notesMaster" Target="/ppt/notesMasters/notesMaster1.xml" Id="R52e55536c38c4e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69396678194f44" /><Relationship Type="http://schemas.openxmlformats.org/officeDocument/2006/relationships/notesMaster" Target="/ppt/notesMasters/notesMaster1.xml" Id="R05f009aec9544d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beddda2e714bae" /><Relationship Type="http://schemas.openxmlformats.org/officeDocument/2006/relationships/notesMaster" Target="/ppt/notesMasters/notesMaster1.xml" Id="R67285bdec14a43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6655138db224f4e" /><Relationship Type="http://schemas.openxmlformats.org/officeDocument/2006/relationships/notesMaster" Target="/ppt/notesMasters/notesMaster1.xml" Id="Rfbfdf0b798b04e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77cea389464123" /><Relationship Type="http://schemas.openxmlformats.org/officeDocument/2006/relationships/notesMaster" Target="/ppt/notesMasters/notesMaster1.xml" Id="R8998f17f497b437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13f8c310e5446f" /><Relationship Type="http://schemas.openxmlformats.org/officeDocument/2006/relationships/notesMaster" Target="/ppt/notesMasters/notesMaster1.xml" Id="R30c361500f254e5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fd679a99084bc2" /><Relationship Type="http://schemas.openxmlformats.org/officeDocument/2006/relationships/notesMaster" Target="/ppt/notesMasters/notesMaster1.xml" Id="R9d3bd0afa23043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c99b7582d0a49f6" /><Relationship Type="http://schemas.openxmlformats.org/officeDocument/2006/relationships/notesMaster" Target="/ppt/notesMasters/notesMaster1.xml" Id="R2bd54566f6da4f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2947ba5dd73457c" /><Relationship Type="http://schemas.openxmlformats.org/officeDocument/2006/relationships/notesMaster" Target="/ppt/notesMasters/notesMaster1.xml" Id="R57b987e9e8154c8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ae56d971be4d68" /><Relationship Type="http://schemas.openxmlformats.org/officeDocument/2006/relationships/notesMaster" Target="/ppt/notesMasters/notesMaster1.xml" Id="R043ec62ef0074c4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b4fe54879c4808" /><Relationship Type="http://schemas.openxmlformats.org/officeDocument/2006/relationships/notesMaster" Target="/ppt/notesMasters/notesMaster1.xml" Id="Rbef9b757fd95454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ffafb6a0a164902" /><Relationship Type="http://schemas.openxmlformats.org/officeDocument/2006/relationships/notesMaster" Target="/ppt/notesMasters/notesMaster1.xml" Id="Rf86fb4d1ca1b4d1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c13abb8fbbc4801" /><Relationship Type="http://schemas.openxmlformats.org/officeDocument/2006/relationships/notesMaster" Target="/ppt/notesMasters/notesMaster1.xml" Id="R8de3d9f22e9f43b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70942bcde314688" /><Relationship Type="http://schemas.openxmlformats.org/officeDocument/2006/relationships/notesMaster" Target="/ppt/notesMasters/notesMaster1.xml" Id="R4dc4ec07c62c4de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467719dbeff43d5" /><Relationship Type="http://schemas.openxmlformats.org/officeDocument/2006/relationships/notesMaster" Target="/ppt/notesMasters/notesMaster1.xml" Id="R02db2b18b603422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e0ec47b3a14355" /><Relationship Type="http://schemas.openxmlformats.org/officeDocument/2006/relationships/notesMaster" Target="/ppt/notesMasters/notesMaster1.xml" Id="R72c9287e178046a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6ace58d9304c9b" /><Relationship Type="http://schemas.openxmlformats.org/officeDocument/2006/relationships/notesMaster" Target="/ppt/notesMasters/notesMaster1.xml" Id="R203e3a492420429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d431b7196e44ac5" /><Relationship Type="http://schemas.openxmlformats.org/officeDocument/2006/relationships/notesMaster" Target="/ppt/notesMasters/notesMaster1.xml" Id="Ra6ce61ce474744f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e64f92f5c0d4609" /><Relationship Type="http://schemas.openxmlformats.org/officeDocument/2006/relationships/notesMaster" Target="/ppt/notesMasters/notesMaster1.xml" Id="Rd00854379832436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0d330764ff84d37" /><Relationship Type="http://schemas.openxmlformats.org/officeDocument/2006/relationships/notesMaster" Target="/ppt/notesMasters/notesMaster1.xml" Id="Re7dc5385bcce4b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cf807e4532f41c3" /><Relationship Type="http://schemas.openxmlformats.org/officeDocument/2006/relationships/notesMaster" Target="/ppt/notesMasters/notesMaster1.xml" Id="R02fc12fe79c6497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de1f00b5801440c" /><Relationship Type="http://schemas.openxmlformats.org/officeDocument/2006/relationships/notesMaster" Target="/ppt/notesMasters/notesMaster1.xml" Id="R549875a786b9405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59308f4b5444e0c" /><Relationship Type="http://schemas.openxmlformats.org/officeDocument/2006/relationships/notesMaster" Target="/ppt/notesMasters/notesMaster1.xml" Id="R97a473e8da004b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b37986f65b948b8" /><Relationship Type="http://schemas.openxmlformats.org/officeDocument/2006/relationships/notesMaster" Target="/ppt/notesMasters/notesMaster1.xml" Id="Rb59f7036c2db4f4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0be91b97ad46c3" /><Relationship Type="http://schemas.openxmlformats.org/officeDocument/2006/relationships/notesMaster" Target="/ppt/notesMasters/notesMaster1.xml" Id="Rbc0b21de87e445e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7679f59c52b4bfb" /><Relationship Type="http://schemas.openxmlformats.org/officeDocument/2006/relationships/notesMaster" Target="/ppt/notesMasters/notesMaster1.xml" Id="R708b4059798846f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b72973a6476450f" /><Relationship Type="http://schemas.openxmlformats.org/officeDocument/2006/relationships/notesMaster" Target="/ppt/notesMasters/notesMaster1.xml" Id="Rc63f5b8af50d453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e772eb406514526" /><Relationship Type="http://schemas.openxmlformats.org/officeDocument/2006/relationships/notesMaster" Target="/ppt/notesMasters/notesMaster1.xml" Id="R49154e9d122841f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e6f5b87b4eb44a6" /><Relationship Type="http://schemas.openxmlformats.org/officeDocument/2006/relationships/notesMaster" Target="/ppt/notesMasters/notesMaster1.xml" Id="Re592de868efb475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2b8fa139d8f4710" /><Relationship Type="http://schemas.openxmlformats.org/officeDocument/2006/relationships/notesMaster" Target="/ppt/notesMasters/notesMaster1.xml" Id="Rb89e93b44a6c40e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c17efe6dda446e5" /><Relationship Type="http://schemas.openxmlformats.org/officeDocument/2006/relationships/notesMaster" Target="/ppt/notesMasters/notesMaster1.xml" Id="R794c5d0d36d94a3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ea88c045eae4277" /><Relationship Type="http://schemas.openxmlformats.org/officeDocument/2006/relationships/notesMaster" Target="/ppt/notesMasters/notesMaster1.xml" Id="Rab6f5a81642e4f8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4629d5cff4249f1" /><Relationship Type="http://schemas.openxmlformats.org/officeDocument/2006/relationships/notesMaster" Target="/ppt/notesMasters/notesMaster1.xml" Id="R7fee729c0a6249b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508f9b959d844e0" /><Relationship Type="http://schemas.openxmlformats.org/officeDocument/2006/relationships/notesMaster" Target="/ppt/notesMasters/notesMaster1.xml" Id="R640c497cd4724b7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c16ff50eb434d49" /><Relationship Type="http://schemas.openxmlformats.org/officeDocument/2006/relationships/notesMaster" Target="/ppt/notesMasters/notesMaster1.xml" Id="R093a137cb36a491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1a1ad8cc0cd4048" /><Relationship Type="http://schemas.openxmlformats.org/officeDocument/2006/relationships/notesMaster" Target="/ppt/notesMasters/notesMaster1.xml" Id="Rdadb9eb31a9f4b6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4ef57ce215f44a8" /><Relationship Type="http://schemas.openxmlformats.org/officeDocument/2006/relationships/notesMaster" Target="/ppt/notesMasters/notesMaster1.xml" Id="R4e6be6c7eba6415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5650dca0e78484c" /><Relationship Type="http://schemas.openxmlformats.org/officeDocument/2006/relationships/notesMaster" Target="/ppt/notesMasters/notesMaster1.xml" Id="R44e833447ff0481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49f877816bf4968" /><Relationship Type="http://schemas.openxmlformats.org/officeDocument/2006/relationships/notesMaster" Target="/ppt/notesMasters/notesMaster1.xml" Id="Rd8174c5c4393449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50a7722a881490e" /><Relationship Type="http://schemas.openxmlformats.org/officeDocument/2006/relationships/notesMaster" Target="/ppt/notesMasters/notesMaster1.xml" Id="R13c0afdc742f4d3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9276ccc28744b49" /><Relationship Type="http://schemas.openxmlformats.org/officeDocument/2006/relationships/notesMaster" Target="/ppt/notesMasters/notesMaster1.xml" Id="R1538bda8241b4e8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26ead1792ee4c20" /><Relationship Type="http://schemas.openxmlformats.org/officeDocument/2006/relationships/notesMaster" Target="/ppt/notesMasters/notesMaster1.xml" Id="Radbb8a8812734a7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72add5be2964df6" /><Relationship Type="http://schemas.openxmlformats.org/officeDocument/2006/relationships/notesMaster" Target="/ppt/notesMasters/notesMaster1.xml" Id="R17fb908aa0e4446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4b59594830c4e42" /><Relationship Type="http://schemas.openxmlformats.org/officeDocument/2006/relationships/notesMaster" Target="/ppt/notesMasters/notesMaster1.xml" Id="Rd06a16369dea4590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740d8b9ae194e15" /><Relationship Type="http://schemas.openxmlformats.org/officeDocument/2006/relationships/notesMaster" Target="/ppt/notesMasters/notesMaster1.xml" Id="R167d4f683f3c47a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27bcb4774dd4d5b" /><Relationship Type="http://schemas.openxmlformats.org/officeDocument/2006/relationships/notesMaster" Target="/ppt/notesMasters/notesMaster1.xml" Id="R4f6caf5ca59a46f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205cfe5a6384d44" /><Relationship Type="http://schemas.openxmlformats.org/officeDocument/2006/relationships/notesMaster" Target="/ppt/notesMasters/notesMaster1.xml" Id="Rba6eb020bf094ed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0e09abf106c420d" /><Relationship Type="http://schemas.openxmlformats.org/officeDocument/2006/relationships/notesMaster" Target="/ppt/notesMasters/notesMaster1.xml" Id="R66077436d690455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a90c56980c94365" /><Relationship Type="http://schemas.openxmlformats.org/officeDocument/2006/relationships/notesMaster" Target="/ppt/notesMasters/notesMaster1.xml" Id="R95fb4ec1d84b413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5ee683f50b14ac0" /><Relationship Type="http://schemas.openxmlformats.org/officeDocument/2006/relationships/notesMaster" Target="/ppt/notesMasters/notesMaster1.xml" Id="R57dd9e0fa6064341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63cab07f320467d" /><Relationship Type="http://schemas.openxmlformats.org/officeDocument/2006/relationships/notesMaster" Target="/ppt/notesMasters/notesMaster1.xml" Id="R866e04c399e14d2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76ec384cba845b6" /><Relationship Type="http://schemas.openxmlformats.org/officeDocument/2006/relationships/notesMaster" Target="/ppt/notesMasters/notesMaster1.xml" Id="R2f41b6f8abe6467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569aecbb1064f03" /><Relationship Type="http://schemas.openxmlformats.org/officeDocument/2006/relationships/notesMaster" Target="/ppt/notesMasters/notesMaster1.xml" Id="R70028992da3d45ca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c43285a9dd96425a" /><Relationship Type="http://schemas.openxmlformats.org/officeDocument/2006/relationships/notesMaster" Target="/ppt/notesMasters/notesMaster1.xml" Id="R31d0a270ee294fc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2dc2007d02549cc" /><Relationship Type="http://schemas.openxmlformats.org/officeDocument/2006/relationships/notesMaster" Target="/ppt/notesMasters/notesMaster1.xml" Id="R4d9b7448bf43477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f4942046fd64cb4" /><Relationship Type="http://schemas.openxmlformats.org/officeDocument/2006/relationships/notesMaster" Target="/ppt/notesMasters/notesMaster1.xml" Id="Rfcc90d30ba7842e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c1781ab12ec48c5" /><Relationship Type="http://schemas.openxmlformats.org/officeDocument/2006/relationships/notesMaster" Target="/ppt/notesMasters/notesMaster1.xml" Id="Rc464c8c6080b452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8fb574e03454006" /><Relationship Type="http://schemas.openxmlformats.org/officeDocument/2006/relationships/notesMaster" Target="/ppt/notesMasters/notesMaster1.xml" Id="Redee91f2bb10416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e039fbfcc7e4468" /><Relationship Type="http://schemas.openxmlformats.org/officeDocument/2006/relationships/notesMaster" Target="/ppt/notesMasters/notesMaster1.xml" Id="R32ee49490342452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f6c9e6c39e4466c" /><Relationship Type="http://schemas.openxmlformats.org/officeDocument/2006/relationships/notesMaster" Target="/ppt/notesMasters/notesMaster1.xml" Id="R57f55116efbd4b43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b48b6322a17412e" /><Relationship Type="http://schemas.openxmlformats.org/officeDocument/2006/relationships/notesMaster" Target="/ppt/notesMasters/notesMaster1.xml" Id="R420c365a4595432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58225edc1cdf4eba" /><Relationship Type="http://schemas.openxmlformats.org/officeDocument/2006/relationships/notesMaster" Target="/ppt/notesMasters/notesMaster1.xml" Id="R18fffe47ed0e4b2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b0565ed290a41e6" /><Relationship Type="http://schemas.openxmlformats.org/officeDocument/2006/relationships/notesMaster" Target="/ppt/notesMasters/notesMaster1.xml" Id="Rcf6fbd5e39f042a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9726456616046ee" /><Relationship Type="http://schemas.openxmlformats.org/officeDocument/2006/relationships/notesMaster" Target="/ppt/notesMasters/notesMaster1.xml" Id="R9ce6ce664238466e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6929f343e6c4984" /><Relationship Type="http://schemas.openxmlformats.org/officeDocument/2006/relationships/notesMaster" Target="/ppt/notesMasters/notesMaster1.xml" Id="R8318946908204c3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aa45f08f36e4a77" /><Relationship Type="http://schemas.openxmlformats.org/officeDocument/2006/relationships/notesMaster" Target="/ppt/notesMasters/notesMaster1.xml" Id="Rc0218abf908a4f62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10e2c249c95245b1" /><Relationship Type="http://schemas.openxmlformats.org/officeDocument/2006/relationships/notesMaster" Target="/ppt/notesMasters/notesMaster1.xml" Id="R2eeeb6962d63449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30790cfc6814f1c" /><Relationship Type="http://schemas.openxmlformats.org/officeDocument/2006/relationships/notesMaster" Target="/ppt/notesMasters/notesMaster1.xml" Id="Ree3e01cbb0d340d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c375a30119b4660" /><Relationship Type="http://schemas.openxmlformats.org/officeDocument/2006/relationships/notesMaster" Target="/ppt/notesMasters/notesMaster1.xml" Id="R1307286f211d4e5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9a6c2103dc3f41dc" /><Relationship Type="http://schemas.openxmlformats.org/officeDocument/2006/relationships/notesMaster" Target="/ppt/notesMasters/notesMaster1.xml" Id="Rc9f7f0ac49d3472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7e2d3c5c64d46d3" /><Relationship Type="http://schemas.openxmlformats.org/officeDocument/2006/relationships/notesMaster" Target="/ppt/notesMasters/notesMaster1.xml" Id="R98951c30a58c4df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13bf8bf843424d58" /><Relationship Type="http://schemas.openxmlformats.org/officeDocument/2006/relationships/notesMaster" Target="/ppt/notesMasters/notesMaster1.xml" Id="R65fc037d3c7e41d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ec5c556279db4754" /><Relationship Type="http://schemas.openxmlformats.org/officeDocument/2006/relationships/notesMaster" Target="/ppt/notesMasters/notesMaster1.xml" Id="R04c06467898f4404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ada5876a7944614" /><Relationship Type="http://schemas.openxmlformats.org/officeDocument/2006/relationships/notesMaster" Target="/ppt/notesMasters/notesMaster1.xml" Id="R05efd870340846a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6279625a2b44f69" /><Relationship Type="http://schemas.openxmlformats.org/officeDocument/2006/relationships/notesMaster" Target="/ppt/notesMasters/notesMaster1.xml" Id="Rece681af455d424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b11921d869124c17" /><Relationship Type="http://schemas.openxmlformats.org/officeDocument/2006/relationships/notesMaster" Target="/ppt/notesMasters/notesMaster1.xml" Id="R277f55ddbee74c9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bab49fb61d4447b2" /><Relationship Type="http://schemas.openxmlformats.org/officeDocument/2006/relationships/notesMaster" Target="/ppt/notesMasters/notesMaster1.xml" Id="R2f7d553fb18d40e6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b577774543946d9" /><Relationship Type="http://schemas.openxmlformats.org/officeDocument/2006/relationships/notesMaster" Target="/ppt/notesMasters/notesMaster1.xml" Id="R6f23bba540ff40b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28a1532bffb846dd" /><Relationship Type="http://schemas.openxmlformats.org/officeDocument/2006/relationships/notesMaster" Target="/ppt/notesMasters/notesMaster1.xml" Id="R12c4f6cf86784d3f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d8603f30b664037" /><Relationship Type="http://schemas.openxmlformats.org/officeDocument/2006/relationships/notesMaster" Target="/ppt/notesMasters/notesMaster1.xml" Id="R645442ae7f5b418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3fe47b3c54284649" /><Relationship Type="http://schemas.openxmlformats.org/officeDocument/2006/relationships/notesMaster" Target="/ppt/notesMasters/notesMaster1.xml" Id="R9e945f7e44814b9e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5c8390dfbcbb4767" /><Relationship Type="http://schemas.openxmlformats.org/officeDocument/2006/relationships/notesMaster" Target="/ppt/notesMasters/notesMaster1.xml" Id="Rc44a8c15fa57408a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942f4f034ae449b8" /><Relationship Type="http://schemas.openxmlformats.org/officeDocument/2006/relationships/notesMaster" Target="/ppt/notesMasters/notesMaster1.xml" Id="R763223ef5fe04bff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70ab7684c77241df" /><Relationship Type="http://schemas.openxmlformats.org/officeDocument/2006/relationships/notesMaster" Target="/ppt/notesMasters/notesMaster1.xml" Id="R5f3ec4a7270a44bd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cb5c136ec075474e" /><Relationship Type="http://schemas.openxmlformats.org/officeDocument/2006/relationships/notesMaster" Target="/ppt/notesMasters/notesMaster1.xml" Id="Rc02a094616bc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https://www.pwc.com/m1/en/publications/agentic-ai-the-new-frontier-in-genai.html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https://adoption.microsoft.com/en-us/copilot/smb/success-kit/</a:t>
            </a:r>
          </a:p>
          <a:p xmlns:a="http://schemas.openxmlformats.org/drawingml/2006/main">
            <a:r>
              <a:t>- https://www.canva.com/create/ai-presentations/</a:t>
            </a:r>
          </a:p>
          <a:p xmlns:a="http://schemas.openxmlformats.org/drawingml/2006/main">
            <a:r>
              <a:t>- https://gamma.app/products/documents/ebooks</a:t>
            </a:r>
          </a:p>
          <a:p xmlns:a="http://schemas.openxmlformats.org/drawingml/2006/main">
            <a:r>
              <a:t>- https://academy.openai.com/public/clubs/builders-etkn1/resources/codex-for-builders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2b62dda4e4c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3d480f0da48d8" /><Relationship Type="http://schemas.openxmlformats.org/officeDocument/2006/relationships/slideLayout" Target="/ppt/slideLayouts/slideLayout1.xml" Id="R2e543503637b45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43503637b45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e8a759dd44e62" /><Relationship Type="http://schemas.openxmlformats.org/officeDocument/2006/relationships/image" Target="/ppt/media/image.png" Id="R778f57e0603e4523" /><Relationship Type="http://schemas.openxmlformats.org/officeDocument/2006/relationships/notesSlide" Target="/ppt/notesSlides/notesSlide1.xml" Id="R16daecab92fd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9152762c54432" /><Relationship Type="http://schemas.openxmlformats.org/officeDocument/2006/relationships/notesSlide" Target="/ppt/notesSlides/notesSlide2.xml" Id="R525fd2bcb0d246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9657ec31d4f60" /><Relationship Type="http://schemas.openxmlformats.org/officeDocument/2006/relationships/notesSlide" Target="/ppt/notesSlides/notesSlide3.xml" Id="R2bc712d4bf6547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509e75d674653" /><Relationship Type="http://schemas.openxmlformats.org/officeDocument/2006/relationships/image" Target="/ppt/media/image2.png" Id="R13822554952844b5" /><Relationship Type="http://schemas.openxmlformats.org/officeDocument/2006/relationships/notesSlide" Target="/ppt/notesSlides/notesSlide4.xml" Id="R97570f16462f42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2aaa23b14874" /><Relationship Type="http://schemas.openxmlformats.org/officeDocument/2006/relationships/image" Target="/ppt/media/image3.png" Id="R3053b27747b34c60" /><Relationship Type="http://schemas.openxmlformats.org/officeDocument/2006/relationships/notesSlide" Target="/ppt/notesSlides/notesSlide5.xml" Id="R33ac82dead3e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a3d435e054831" /><Relationship Type="http://schemas.openxmlformats.org/officeDocument/2006/relationships/notesSlide" Target="/ppt/notesSlides/notesSlide6.xml" Id="R894eb577172146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fb4858424e3a" /><Relationship Type="http://schemas.openxmlformats.org/officeDocument/2006/relationships/notesSlide" Target="/ppt/notesSlides/notesSlide7.xml" Id="R09aa2dd0f1b44a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41ad48c5a41a7" /><Relationship Type="http://schemas.openxmlformats.org/officeDocument/2006/relationships/image" Target="/ppt/media/image4.png" Id="Rccceac7807eb45e5" /><Relationship Type="http://schemas.openxmlformats.org/officeDocument/2006/relationships/notesSlide" Target="/ppt/notesSlides/notesSlide8.xml" Id="R39ad2e30aea54c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a72700f54093" /><Relationship Type="http://schemas.openxmlformats.org/officeDocument/2006/relationships/notesSlide" Target="/ppt/notesSlides/notesSlide9.xml" Id="Ra300a54b946342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bfe37e9d4113" /><Relationship Type="http://schemas.openxmlformats.org/officeDocument/2006/relationships/notesSlide" Target="/ppt/notesSlides/notesSlide10.xml" Id="R3e8b1b3c4ba7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141eba6f94e3c" /><Relationship Type="http://schemas.openxmlformats.org/officeDocument/2006/relationships/notesSlide" Target="/ppt/notesSlides/notesSlide11.xml" Id="Rd098e60f463a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15f16e6c4c85" /><Relationship Type="http://schemas.openxmlformats.org/officeDocument/2006/relationships/image" Target="/ppt/media/image5.png" Id="R6c010a670b0844ea" /><Relationship Type="http://schemas.openxmlformats.org/officeDocument/2006/relationships/notesSlide" Target="/ppt/notesSlides/notesSlide12.xml" Id="R82156db9836b46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8cbff03514e4c" /><Relationship Type="http://schemas.openxmlformats.org/officeDocument/2006/relationships/notesSlide" Target="/ppt/notesSlides/notesSlide13.xml" Id="R89cdb79ba37945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808dd2f7f4a73" /><Relationship Type="http://schemas.openxmlformats.org/officeDocument/2006/relationships/notesSlide" Target="/ppt/notesSlides/notesSlide14.xml" Id="R87fbb354744a4b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ca61aa26544e4" /><Relationship Type="http://schemas.openxmlformats.org/officeDocument/2006/relationships/notesSlide" Target="/ppt/notesSlides/notesSlide15.xml" Id="Rd54c009de6fc4d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c2f408d444197" /><Relationship Type="http://schemas.openxmlformats.org/officeDocument/2006/relationships/notesSlide" Target="/ppt/notesSlides/notesSlide16.xml" Id="Rf8739fe1e4b245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e07f4e1104609" /><Relationship Type="http://schemas.openxmlformats.org/officeDocument/2006/relationships/notesSlide" Target="/ppt/notesSlides/notesSlide17.xml" Id="R487fc16928c04a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39b61e5d848f3" /><Relationship Type="http://schemas.openxmlformats.org/officeDocument/2006/relationships/notesSlide" Target="/ppt/notesSlides/notesSlide18.xml" Id="Rf97662e3e18b49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10dea479946f9" /><Relationship Type="http://schemas.openxmlformats.org/officeDocument/2006/relationships/notesSlide" Target="/ppt/notesSlides/notesSlide19.xml" Id="R5f67d363ed5a48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01f5c6cf74c93" /><Relationship Type="http://schemas.openxmlformats.org/officeDocument/2006/relationships/notesSlide" Target="/ppt/notesSlides/notesSlide20.xml" Id="R79ac24e3fe894f9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a0bb224bd4282" /><Relationship Type="http://schemas.openxmlformats.org/officeDocument/2006/relationships/notesSlide" Target="/ppt/notesSlides/notesSlide21.xml" Id="R7125c8e70bd24b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9700b9eb14c84" /><Relationship Type="http://schemas.openxmlformats.org/officeDocument/2006/relationships/notesSlide" Target="/ppt/notesSlides/notesSlide22.xml" Id="R357554de20e248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fbdd6d2474e78" /><Relationship Type="http://schemas.openxmlformats.org/officeDocument/2006/relationships/image" Target="/ppt/media/image6.png" Id="Rb497a6fc7fad4b36" /><Relationship Type="http://schemas.openxmlformats.org/officeDocument/2006/relationships/notesSlide" Target="/ppt/notesSlides/notesSlide23.xml" Id="Ra5361c494f594b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7baefc56b44dc" /><Relationship Type="http://schemas.openxmlformats.org/officeDocument/2006/relationships/image" Target="/ppt/media/image7.png" Id="R74b8a9d16f7f4ea1" /><Relationship Type="http://schemas.openxmlformats.org/officeDocument/2006/relationships/notesSlide" Target="/ppt/notesSlides/notesSlide24.xml" Id="Rd9a5c76ed76a40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0c44d050843e9" /><Relationship Type="http://schemas.openxmlformats.org/officeDocument/2006/relationships/notesSlide" Target="/ppt/notesSlides/notesSlide25.xml" Id="R9f419c8503e941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daa90e61b4b4a" /><Relationship Type="http://schemas.openxmlformats.org/officeDocument/2006/relationships/notesSlide" Target="/ppt/notesSlides/notesSlide26.xml" Id="Rcfd40d241b6443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410dc73a64ec0" /><Relationship Type="http://schemas.openxmlformats.org/officeDocument/2006/relationships/notesSlide" Target="/ppt/notesSlides/notesSlide27.xml" Id="R7089c9f55706497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5b02cd8594531" /><Relationship Type="http://schemas.openxmlformats.org/officeDocument/2006/relationships/notesSlide" Target="/ppt/notesSlides/notesSlide28.xml" Id="R672a9555cf304e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17b9ee41d4200" /><Relationship Type="http://schemas.openxmlformats.org/officeDocument/2006/relationships/notesSlide" Target="/ppt/notesSlides/notesSlide29.xml" Id="R00f37ab33e4d43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425255e94849" /><Relationship Type="http://schemas.openxmlformats.org/officeDocument/2006/relationships/notesSlide" Target="/ppt/notesSlides/notesSlide30.xml" Id="R984dc5b6eaa8486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63ab625704d99" /><Relationship Type="http://schemas.openxmlformats.org/officeDocument/2006/relationships/notesSlide" Target="/ppt/notesSlides/notesSlide31.xml" Id="R1e9483cfcc8f4d6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d2691bced445e" /><Relationship Type="http://schemas.openxmlformats.org/officeDocument/2006/relationships/notesSlide" Target="/ppt/notesSlides/notesSlide32.xml" Id="Rb00056f6baf94e3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efcfd85084bb2" /><Relationship Type="http://schemas.openxmlformats.org/officeDocument/2006/relationships/notesSlide" Target="/ppt/notesSlides/notesSlide33.xml" Id="Ra36f97456e2c43c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516ec1d734ffc" /><Relationship Type="http://schemas.openxmlformats.org/officeDocument/2006/relationships/notesSlide" Target="/ppt/notesSlides/notesSlide34.xml" Id="R8344583ebbfa40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06fe2ceb4353" /><Relationship Type="http://schemas.openxmlformats.org/officeDocument/2006/relationships/notesSlide" Target="/ppt/notesSlides/notesSlide35.xml" Id="Rcc0ebbf9b6ed4a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87d948664b29" /><Relationship Type="http://schemas.openxmlformats.org/officeDocument/2006/relationships/notesSlide" Target="/ppt/notesSlides/notesSlide36.xml" Id="R5ea00e163a4f422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a123e3f1480d" /><Relationship Type="http://schemas.openxmlformats.org/officeDocument/2006/relationships/notesSlide" Target="/ppt/notesSlides/notesSlide37.xml" Id="Re195648431c242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7c256eb184023" /><Relationship Type="http://schemas.openxmlformats.org/officeDocument/2006/relationships/notesSlide" Target="/ppt/notesSlides/notesSlide38.xml" Id="R9375c16b684f43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5079c5c4e4e72" /><Relationship Type="http://schemas.openxmlformats.org/officeDocument/2006/relationships/notesSlide" Target="/ppt/notesSlides/notesSlide39.xml" Id="Rc210333adf8e4d6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4e8d683fb465b" /><Relationship Type="http://schemas.openxmlformats.org/officeDocument/2006/relationships/notesSlide" Target="/ppt/notesSlides/notesSlide40.xml" Id="Re1cd31f317434c1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5a15555f147b2" /><Relationship Type="http://schemas.openxmlformats.org/officeDocument/2006/relationships/notesSlide" Target="/ppt/notesSlides/notesSlide41.xml" Id="Rf29202c4ab2e4b7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0fcc6e989448b" /><Relationship Type="http://schemas.openxmlformats.org/officeDocument/2006/relationships/notesSlide" Target="/ppt/notesSlides/notesSlide42.xml" Id="R20fc45258dc7439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49c9d77a344ea" /><Relationship Type="http://schemas.openxmlformats.org/officeDocument/2006/relationships/notesSlide" Target="/ppt/notesSlides/notesSlide43.xml" Id="R9f67cc13e3d042c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a92ca0e414797" /><Relationship Type="http://schemas.openxmlformats.org/officeDocument/2006/relationships/notesSlide" Target="/ppt/notesSlides/notesSlide44.xml" Id="Rb08cc6462ec5487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a9a87220b4b15" /><Relationship Type="http://schemas.openxmlformats.org/officeDocument/2006/relationships/notesSlide" Target="/ppt/notesSlides/notesSlide45.xml" Id="R05af76225fcf457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9f52855134316" /><Relationship Type="http://schemas.openxmlformats.org/officeDocument/2006/relationships/notesSlide" Target="/ppt/notesSlides/notesSlide46.xml" Id="R25da114ea364484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d304fc2c94bb6" /><Relationship Type="http://schemas.openxmlformats.org/officeDocument/2006/relationships/notesSlide" Target="/ppt/notesSlides/notesSlide47.xml" Id="R7daca5de7a974f6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78c81c2e840b9" /><Relationship Type="http://schemas.openxmlformats.org/officeDocument/2006/relationships/notesSlide" Target="/ppt/notesSlides/notesSlide48.xml" Id="Rc81fa351e7fe4d4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79d74890a4e81" /><Relationship Type="http://schemas.openxmlformats.org/officeDocument/2006/relationships/notesSlide" Target="/ppt/notesSlides/notesSlide49.xml" Id="Rdb1f84013597455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f48791dcb444c" /><Relationship Type="http://schemas.openxmlformats.org/officeDocument/2006/relationships/notesSlide" Target="/ppt/notesSlides/notesSlide50.xml" Id="Rd11def5f1a38404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56f06967646b4" /><Relationship Type="http://schemas.openxmlformats.org/officeDocument/2006/relationships/notesSlide" Target="/ppt/notesSlides/notesSlide51.xml" Id="R09a8a348e09945a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b87adab2476e" /><Relationship Type="http://schemas.openxmlformats.org/officeDocument/2006/relationships/notesSlide" Target="/ppt/notesSlides/notesSlide52.xml" Id="R97941046e62a45a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361bccccb4d2e" /><Relationship Type="http://schemas.openxmlformats.org/officeDocument/2006/relationships/notesSlide" Target="/ppt/notesSlides/notesSlide53.xml" Id="Re427b66f58ab4a3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59053767e490c" /><Relationship Type="http://schemas.openxmlformats.org/officeDocument/2006/relationships/notesSlide" Target="/ppt/notesSlides/notesSlide54.xml" Id="Ra6be182c11464f5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1fba5a5cc4090" /><Relationship Type="http://schemas.openxmlformats.org/officeDocument/2006/relationships/notesSlide" Target="/ppt/notesSlides/notesSlide55.xml" Id="R69b93259b3984da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6db1781b3476d" /><Relationship Type="http://schemas.openxmlformats.org/officeDocument/2006/relationships/notesSlide" Target="/ppt/notesSlides/notesSlide56.xml" Id="R815ab778616a4fa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0d04ccfaa4e21" /><Relationship Type="http://schemas.openxmlformats.org/officeDocument/2006/relationships/notesSlide" Target="/ppt/notesSlides/notesSlide57.xml" Id="Rff91c70547694c2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f141602e43ff" /><Relationship Type="http://schemas.openxmlformats.org/officeDocument/2006/relationships/notesSlide" Target="/ppt/notesSlides/notesSlide58.xml" Id="R041691c94484420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add10e894889" /><Relationship Type="http://schemas.openxmlformats.org/officeDocument/2006/relationships/notesSlide" Target="/ppt/notesSlides/notesSlide59.xml" Id="R2e7e9854ee48435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cf61918d04d01" /><Relationship Type="http://schemas.openxmlformats.org/officeDocument/2006/relationships/notesSlide" Target="/ppt/notesSlides/notesSlide60.xml" Id="R61c1749988da4f3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3314091b844a5" /><Relationship Type="http://schemas.openxmlformats.org/officeDocument/2006/relationships/notesSlide" Target="/ppt/notesSlides/notesSlide61.xml" Id="R36c2aca4bcc9457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5fd0cf4a74c7e" /><Relationship Type="http://schemas.openxmlformats.org/officeDocument/2006/relationships/notesSlide" Target="/ppt/notesSlides/notesSlide62.xml" Id="R6eb152a0c2d545b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93403b24b43b4" /><Relationship Type="http://schemas.openxmlformats.org/officeDocument/2006/relationships/notesSlide" Target="/ppt/notesSlides/notesSlide63.xml" Id="R5afd07d12215407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12d1935194c58" /><Relationship Type="http://schemas.openxmlformats.org/officeDocument/2006/relationships/notesSlide" Target="/ppt/notesSlides/notesSlide64.xml" Id="R79de9c51ed95404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2e0db45a04a74" /><Relationship Type="http://schemas.openxmlformats.org/officeDocument/2006/relationships/notesSlide" Target="/ppt/notesSlides/notesSlide65.xml" Id="Re18f72a11860471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d86b867924347" /><Relationship Type="http://schemas.openxmlformats.org/officeDocument/2006/relationships/notesSlide" Target="/ppt/notesSlides/notesSlide66.xml" Id="R3bba8d562fc2442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ea29029884b76" /><Relationship Type="http://schemas.openxmlformats.org/officeDocument/2006/relationships/notesSlide" Target="/ppt/notesSlides/notesSlide67.xml" Id="R777ffab776c7425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016528514796" /><Relationship Type="http://schemas.openxmlformats.org/officeDocument/2006/relationships/notesSlide" Target="/ppt/notesSlides/notesSlide68.xml" Id="Rb7822d685631495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158ea0404b46" /><Relationship Type="http://schemas.openxmlformats.org/officeDocument/2006/relationships/notesSlide" Target="/ppt/notesSlides/notesSlide69.xml" Id="R3c1d9e29e915456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109e66ef4bb3" /><Relationship Type="http://schemas.openxmlformats.org/officeDocument/2006/relationships/notesSlide" Target="/ppt/notesSlides/notesSlide70.xml" Id="R4d09946f803a4c65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1c0fd00634441" /><Relationship Type="http://schemas.openxmlformats.org/officeDocument/2006/relationships/notesSlide" Target="/ppt/notesSlides/notesSlide71.xml" Id="Raf37cb0357214c9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746c640094ade" /><Relationship Type="http://schemas.openxmlformats.org/officeDocument/2006/relationships/notesSlide" Target="/ppt/notesSlides/notesSlide72.xml" Id="R170f1ac4b453438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4945cd490489e" /><Relationship Type="http://schemas.openxmlformats.org/officeDocument/2006/relationships/notesSlide" Target="/ppt/notesSlides/notesSlide73.xml" Id="R77b5bc6cd75146a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0f4d068df4507" /><Relationship Type="http://schemas.openxmlformats.org/officeDocument/2006/relationships/image" Target="/ppt/media/image8.png" Id="R577431c1801d4b8d" /><Relationship Type="http://schemas.openxmlformats.org/officeDocument/2006/relationships/notesSlide" Target="/ppt/notesSlides/notesSlide74.xml" Id="Rdb164083c240479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c62ade796443c" /><Relationship Type="http://schemas.openxmlformats.org/officeDocument/2006/relationships/notesSlide" Target="/ppt/notesSlides/notesSlide75.xml" Id="R7722d3084576495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162b80703433e" /><Relationship Type="http://schemas.openxmlformats.org/officeDocument/2006/relationships/image" Target="/ppt/media/image9.png" Id="R9956fdce84df4aa0" /><Relationship Type="http://schemas.openxmlformats.org/officeDocument/2006/relationships/notesSlide" Target="/ppt/notesSlides/notesSlide76.xml" Id="R0dbaf240b5b84647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9556a81ef41f8" /><Relationship Type="http://schemas.openxmlformats.org/officeDocument/2006/relationships/notesSlide" Target="/ppt/notesSlides/notesSlide77.xml" Id="Rad728c13470f43a2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c5f20897a4c51" /><Relationship Type="http://schemas.openxmlformats.org/officeDocument/2006/relationships/notesSlide" Target="/ppt/notesSlides/notesSlide78.xml" Id="Red488e3f73464cf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544d947d24623" /><Relationship Type="http://schemas.openxmlformats.org/officeDocument/2006/relationships/notesSlide" Target="/ppt/notesSlides/notesSlide79.xml" Id="R99cb0b02170a4e5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4a99c76e8466a" /><Relationship Type="http://schemas.openxmlformats.org/officeDocument/2006/relationships/notesSlide" Target="/ppt/notesSlides/notesSlide80.xml" Id="Rabc80b0f874a41f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e068345794324" /><Relationship Type="http://schemas.openxmlformats.org/officeDocument/2006/relationships/notesSlide" Target="/ppt/notesSlides/notesSlide81.xml" Id="R21789c24306c46c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efdccf1a5484e" /><Relationship Type="http://schemas.openxmlformats.org/officeDocument/2006/relationships/notesSlide" Target="/ppt/notesSlides/notesSlide82.xml" Id="Ra99491c262254b05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e47d01b824350" /><Relationship Type="http://schemas.openxmlformats.org/officeDocument/2006/relationships/notesSlide" Target="/ppt/notesSlides/notesSlide83.xml" Id="R8239abc6fb7b45b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e548d99b4e28" /><Relationship Type="http://schemas.openxmlformats.org/officeDocument/2006/relationships/notesSlide" Target="/ppt/notesSlides/notesSlide84.xml" Id="Reeb558f19b5b4c8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2952d51d2437c" /><Relationship Type="http://schemas.openxmlformats.org/officeDocument/2006/relationships/notesSlide" Target="/ppt/notesSlides/notesSlide85.xml" Id="R2df0ca159bf54ea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5d9a2ecfb407d" /><Relationship Type="http://schemas.openxmlformats.org/officeDocument/2006/relationships/notesSlide" Target="/ppt/notesSlides/notesSlide86.xml" Id="R509925b0b7874e10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7e7457fcf4e69" /><Relationship Type="http://schemas.openxmlformats.org/officeDocument/2006/relationships/notesSlide" Target="/ppt/notesSlides/notesSlide87.xml" Id="Rf17c924904be446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4f078027045b7" /><Relationship Type="http://schemas.openxmlformats.org/officeDocument/2006/relationships/notesSlide" Target="/ppt/notesSlides/notesSlide88.xml" Id="R25b1a4dd195742f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c7cd5865459a" /><Relationship Type="http://schemas.openxmlformats.org/officeDocument/2006/relationships/notesSlide" Target="/ppt/notesSlides/notesSlide89.xml" Id="R10858c6124224af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3a6f059b74bc4" /><Relationship Type="http://schemas.openxmlformats.org/officeDocument/2006/relationships/notesSlide" Target="/ppt/notesSlides/notesSlide90.xml" Id="R178be482a039422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659335cf4704" /><Relationship Type="http://schemas.openxmlformats.org/officeDocument/2006/relationships/notesSlide" Target="/ppt/notesSlides/notesSlide91.xml" Id="Rf2411de4041e4f2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197cfbcdb449b" /><Relationship Type="http://schemas.openxmlformats.org/officeDocument/2006/relationships/notesSlide" Target="/ppt/notesSlides/notesSlide92.xml" Id="R026cdf4f619841a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7b4fdeff74ece" /><Relationship Type="http://schemas.openxmlformats.org/officeDocument/2006/relationships/notesSlide" Target="/ppt/notesSlides/notesSlide93.xml" Id="Rad5a3a95c7ef4569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419a7f6964cb0" /><Relationship Type="http://schemas.openxmlformats.org/officeDocument/2006/relationships/notesSlide" Target="/ppt/notesSlides/notesSlide94.xml" Id="Rebd3f48951db49f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dc5a9e21a4bc2" /><Relationship Type="http://schemas.openxmlformats.org/officeDocument/2006/relationships/notesSlide" Target="/ppt/notesSlides/notesSlide95.xml" Id="Rddaeb6b17ec3449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f5de8ea3743d7" /><Relationship Type="http://schemas.openxmlformats.org/officeDocument/2006/relationships/notesSlide" Target="/ppt/notesSlides/notesSlide96.xml" Id="Rae19b276bdb24a0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a2822e54246fc" /><Relationship Type="http://schemas.openxmlformats.org/officeDocument/2006/relationships/notesSlide" Target="/ppt/notesSlides/notesSlide97.xml" Id="Rf4a09526ee214285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7c6d6df244cb" /><Relationship Type="http://schemas.openxmlformats.org/officeDocument/2006/relationships/notesSlide" Target="/ppt/notesSlides/notesSlide98.xml" Id="R213fe2c88b9d44d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fe745bdf8431c" /><Relationship Type="http://schemas.openxmlformats.org/officeDocument/2006/relationships/notesSlide" Target="/ppt/notesSlides/notesSlide99.xml" Id="R904501c1569d452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13e4a65114ea0" /><Relationship Type="http://schemas.openxmlformats.org/officeDocument/2006/relationships/notesSlide" Target="/ppt/notesSlides/notesSlide100.xml" Id="R35f4b429cd1c46c1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811f159b4a2c" /><Relationship Type="http://schemas.openxmlformats.org/officeDocument/2006/relationships/notesSlide" Target="/ppt/notesSlides/notesSlide101.xml" Id="R363203be15a642b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f9d9a81804dfd" /><Relationship Type="http://schemas.openxmlformats.org/officeDocument/2006/relationships/notesSlide" Target="/ppt/notesSlides/notesSlide102.xml" Id="R7824fa95b3534cf0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5b69a902646f0" /><Relationship Type="http://schemas.openxmlformats.org/officeDocument/2006/relationships/notesSlide" Target="/ppt/notesSlides/notesSlide103.xml" Id="Rab09f129fcd84bf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dc20436384d8e" /><Relationship Type="http://schemas.openxmlformats.org/officeDocument/2006/relationships/notesSlide" Target="/ppt/notesSlides/notesSlide104.xml" Id="Rfd921fad6e464e6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62a88a90e4c93" /><Relationship Type="http://schemas.openxmlformats.org/officeDocument/2006/relationships/notesSlide" Target="/ppt/notesSlides/notesSlide105.xml" Id="R247f09c3f1c544e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31bdb96ad4479" /><Relationship Type="http://schemas.openxmlformats.org/officeDocument/2006/relationships/image" Target="/ppt/media/image10.png" Id="R09f287c8a9c34d01" /><Relationship Type="http://schemas.openxmlformats.org/officeDocument/2006/relationships/notesSlide" Target="/ppt/notesSlides/notesSlide106.xml" Id="R006c4c67cb02498e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f64b8bf244079" /><Relationship Type="http://schemas.openxmlformats.org/officeDocument/2006/relationships/notesSlide" Target="/ppt/notesSlides/notesSlide107.xml" Id="Rc8aeedff88564cf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9453e10314f49" /><Relationship Type="http://schemas.openxmlformats.org/officeDocument/2006/relationships/notesSlide" Target="/ppt/notesSlides/notesSlide108.xml" Id="R918f68a7d84941f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3ecc4c8c427b" /><Relationship Type="http://schemas.openxmlformats.org/officeDocument/2006/relationships/notesSlide" Target="/ppt/notesSlides/notesSlide109.xml" Id="Raa00d56283534a3e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772bfdb564dd8" /><Relationship Type="http://schemas.openxmlformats.org/officeDocument/2006/relationships/image" Target="/ppt/media/image11.png" Id="Rfd249f4c0ccb4d45" /><Relationship Type="http://schemas.openxmlformats.org/officeDocument/2006/relationships/notesSlide" Target="/ppt/notesSlides/notesSlide110.xml" Id="R3c5885b907364a5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e8801a68546f2" /><Relationship Type="http://schemas.openxmlformats.org/officeDocument/2006/relationships/image" Target="/ppt/media/image12.png" Id="R8c5891ec45eb43ff" /><Relationship Type="http://schemas.openxmlformats.org/officeDocument/2006/relationships/notesSlide" Target="/ppt/notesSlides/notesSlide111.xml" Id="R349906d5e9bd40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f57e0603e45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59B3D-E514-4D0D-83A3-4527ED0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BF300-DCCD-4655-90C7-1E176A8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" cy="1866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219FA-D3A1-408B-BB75-448FDE7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AI顧問室｜100枚超の実務教材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96E2-BEA8-4837-A392-DC6C418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9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AIを使っているのに、仕事が軽くならない。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C90A6-8318-4AFF-84FB-C2FA2D4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290A7"/>
                </a:solidFill>
                <a:latin typeface="Aptos"/>
                <a:ea typeface="Aptos"/>
                <a:cs typeface="Aptos"/>
              </a:rPr>
              <a:t>ツール選びから、業務に組み込んで成果を測るところまで。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9BC6-AC06-45D8-8524-52E0563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問題 → 前提 → 実験 → 運用 → 定着</a:t>
            </a:r>
          </a:p>
        </p:txBody>
      </p:sp>
    </p:spTree>
    <p:extLst>
      <p:ext uri="{BB962C8B-B14F-4D97-AF65-F5344CB8AC3E}">
        <p14:creationId xmlns:p14="http://schemas.microsoft.com/office/powerpoint/2010/main" val="40425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E89B5-F765-4396-AB30-B8BD942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4AE6-ADCE-4546-A89B-8B020E8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5ED7A-C6F9-4D21-B0DE-B2E93DCF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06CB6-0ED8-4825-9321-A4BF216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ツールを増やすだけでは、業務は変わらない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A0B29-B165-4504-BE81-A7A4B70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AI導入の失敗は、ツールの性能より「仕事の設計」が抜けることで起きます。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4EAF8-C2B5-411C-AB8F-E667700F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95C65-9A54-4EA8-BA8F-687D3DE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何に使うか決めずに契約する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E96E1-7477-49C8-A628-D760D8E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A5E5-DC18-43DB-94AF-9877748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個人の使い方で止まり、チームに残らない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1B87-5E1A-4979-86FF-DD8C7AB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A0A67-E17C-4544-96B4-998DFD1C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出力を確認する人と基準がない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D0FB2-1979-49AE-A27D-7323658B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1BAA9-0532-4755-9C32-9B6DCBE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結果として、便利さより不安が増える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6C4A2-8AFD-4001-9123-F8B7BE44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F4B57-8666-4899-BF87-D5C17DD5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1A37B-E145-475F-BF02-664F056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470929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EE272-7B52-4F29-855D-6B6F317E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100B0-17C4-4110-8FE2-65D619E4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4D76E-5796-49F3-A7C4-3946B324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6B56D-C0E9-45C6-B9EC-691610B7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現場で起きる、AI活用の空回り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BE094-F0FC-4306-B7EF-C175D358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よくあるのは「試した人はいる。でも会社の仕事は変わっていない」状態です。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54D8C-D5E7-4723-BD15-FCEFC5A2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05834-8DDE-478B-9DA1-E93B1814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メールは速くなったが、判断は速くならない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0C987-5B1C-48C2-8652-FD78300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23096-7D2D-4CFA-A5A1-4CD2676B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資料は増えたが、意思決定は曖昧なまま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EF152-DEBC-4240-BE24-14179D3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4844E-EB9D-46A5-A5B0-196C0BBD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プロンプトを共有したが、誰も更新しない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F527F-EA85-46DE-94F1-5150E87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C8F27-4A62-4AB3-B2DE-4E2B4A23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成功事例が個人の才能に見えて再現できない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5D510-F304-4CBB-92BF-BF65A26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076F3-8C35-4853-BFD3-D8A42B9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753A0-F876-49EB-AC00-DA0FF17C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811614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61738-E378-46AE-9AC2-48462897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EA073-C556-4965-834B-FF96BAC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22554952844b5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F475F-EBBB-4ADF-8C1D-E274FE5A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FBCA5-87DA-4E15-907A-E0F36C1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5A4EE-7E0D-4AA5-A4AA-3D1FA25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C48F3-C0C8-4AA7-A3B8-AC16ECA5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最悪の未来①：生産性が下がる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740E5-A73D-4541-BE63-D4E6C308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AIの下書きを直す時間が増える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同じ情報を何度も入力する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やり直しが増え、現場が使わなくなる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460D4-B444-449F-A2E0-9D1264E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入力が曖昧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7E66F-B65F-4038-8E5B-B61C0651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確認工程が設計されていない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A7CDB-43BE-4204-B2A1-F0893F1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成果の測り方がない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D545C-277B-4936-BD58-FDB599B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432963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9014A-EEE3-46B3-BB68-723BD8C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9345-D391-4AA0-8FAA-F40A9778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3b27747b34c60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52E54-A959-4483-8C9F-C7A0223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C308-9FDB-4B36-BA48-3A10553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75894-2349-4BC7-B174-CCA208FB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9A07D-70BF-465C-B53B-B547EDF4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最悪の未来②：自力導入が失敗する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88143-E6FF-4BD9-A983-7F6EF61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無料ツールをいくつも試す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一部の人だけが詳しくなる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社内ルールが後回しになる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204CE-0FB3-4B32-AFF0-1E111A7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使う人と使わない人に分断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9E365-73B5-45BB-A121-6A27301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情報漏えいの不安で停止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B214E-A30A-4012-9C0D-67366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経営から『結局いくら得した？』と聞かれる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E4059-8214-4B69-8E0D-85A606D5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444383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64E41-9C39-4519-95F3-ED2AD5B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40460-4D02-46BB-B3EE-CF31B02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B644B-330C-47C6-A02A-159EF13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8400C-2E36-4F6B-BB82-9F2F5B5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失敗は、AIが賢くないからではない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51CA6-1EB1-49B1-B5A4-6A8A842E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AIを「質問箱」として使うと、単発の回答で終わります。仕事にするには、前後の工程が必要です。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BACEB-3585-4F73-B61A-CE1681ED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4E54-83FA-4BDA-96E7-1765FD2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入力：何を渡すか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77F81-0F1B-4346-BAEC-3EED3EA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55F0A-032C-4FB7-A9AA-6497F91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処理：どの手順で考えさせるか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893C1-7D5C-4669-90F9-A2BA417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B4892-8C52-4261-A691-DAB72F97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確認：誰がどの基準で見るか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A97D2-CF0B-4703-AA04-B25116A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A4889-43FA-4CB0-8588-7F505581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記録：次回も使える形で残すか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EFF81-FAE1-4371-B19A-1E738CF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590FC-CE92-4102-BB78-386AA55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F8F5D-B537-4EAB-8367-02B35B87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733083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AE286-199D-4868-ABC0-A1BA0CD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14BFA-FDCF-4A57-8301-9E40AD9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4725B-406A-4E10-AA48-40B0872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4A000-F606-437C-A5EF-5C54C1A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最高の未来は、AIが日常の下支えになること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5ED9A-8D3F-488E-8CA5-C0BB07DB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658D7-32A7-4421-93D8-764112B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64324-C03F-4689-8D13-077C3160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228986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976C0-EE55-4873-A3C4-DFC0924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F739E-14EF-450F-B700-0B5915FE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eac7807eb45e5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7A85E-40EF-4A4C-A679-FC8FDC5B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8FB6-30CD-4DA7-A960-FBFB318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8A7E0-D9C9-4692-85BA-8960EA9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最高の未来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34DE2-4E1F-4F47-AB19-4228D71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仕事が変わるのは、単発の回答から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74E19-6204-4E29-9696-AC6338D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AIを一度使うのではなく、仕事の流れの中に置くと、成果が積み上がります。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6B0BF-198A-4193-A72C-0E7EAA75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会議前に要点が揃う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1E5EB-F240-477D-8209-AA27629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顧客対応の下書きが一定品質になる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57A4-6C25-4860-86E2-7666271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担当者が変わっても手順が残る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AB478-40C9-4361-A8EA-DF05F26D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434829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E7E25-9B88-4F9F-95D9-4E1A131C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DA91E-14F0-4197-B023-2BDAA4E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79404-5AA7-4B6C-8C79-0B26505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BFFE3-08AC-4F8F-A657-9C3D389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この資料のゴール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5C322-0E80-42D1-BCF9-88D44DC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読み終えた時点で、あなたの会社で最初に試す1業務と、明日の実行手順が決まっている状態をつくります。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30696-6560-497B-8EF2-46BE7B8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CD426-A48F-423B-AD75-F11DFDF5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AIに向く業務を見分ける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E2FD3-3CEB-4400-9439-9B6732B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9900D-55D3-49FE-842F-378CC57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安全に試す範囲を決める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DFCE0-775E-4C71-B539-8418244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F00A0-377E-43C7-8D24-FD818F8D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再利用できる依頼文を作る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FDBE5-A174-4581-9471-0DAD05A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1861-35F7-42EA-B4D7-B726EF1F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30日で効果を測る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6E7B1-E096-479C-8EE8-F1A81EA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F22B2-2808-49C9-B21C-4EC2047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C7401-41A0-4F3D-9B32-AB3943FF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711545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5863B-14B3-4F67-91B4-7747836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6BCB1-EE83-4034-AC5A-5EE9E1D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3CB6-2FCC-410F-A68A-B139582F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38B88-4521-4909-B0F9-96772AD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100枚の使い方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2B09E-8EA4-442F-A391-E93C460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全部を一気に読む必要はありません。まず1業務を選び、該当ページを見ながら実行してください。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A5CA-5ED3-4339-91B4-297304D2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F1182-FB91-4AEF-ADB4-1D6ECA3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A6717-C7E4-4BF6-BECA-9906162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EBC06-EDC6-4255-AC71-B3679F8E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A4290-B657-4E3F-87BB-2918C836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7F999-F9CA-4C25-9114-EA40606C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4E9CB-8B14-4D19-8F44-FD4C1C85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26AA0-1F2B-46D7-B724-2ADC5975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A3E24-6693-44EA-943B-6DBD5FC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E54E5-8BDC-49C7-94DD-46C51EC6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CFFBD-4924-40CC-AAD9-916BD25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98988-02A5-4C0D-87C2-96EED405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9CF5E-9D9B-4491-BEEB-A41CCE9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A44BC-03A3-4489-BB3F-53F800B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A3D92-03A1-48DB-B7F0-1E415B2F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2CD2D-CCAA-4FB5-A659-1169CEE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7D7AA-3B13-482A-9309-E8AB692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C2292-B6F6-4F7E-999B-105BE47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B5BA4-30BA-4829-88EE-F8AFE9E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5F871-70C8-4224-8704-63977D9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352488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C50C0-B36C-40C5-B225-554ACCE2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3054B-A8A1-406A-9A94-CB09951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FD574-25A0-48FE-87D6-8D876FB2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3C152-9BC3-4313-909D-A472F71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53F0C-04B9-49F2-9E14-45F157B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2925-4B6A-4040-BA1C-5A8A3BB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AIは万能な社員ではない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B991-FED8-4611-90E5-F8B5C6C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702708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3FADB-A7CD-4AD5-83C2-1FE8FBF8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CFD9A-65CC-4B40-900D-9B3FBF98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10a670b0844ea"/>
          <a:srcRect xmlns:a="http://schemas.openxmlformats.org/drawingml/2006/main" l="17188" t="0" r="17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17E2-AABE-4C38-A7E4-F9F0FF2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7F6B-618D-4D00-AF8E-29E8D19C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54D77-7D44-4981-9D35-C3D9B82F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D304F-DE28-41F2-87B6-2FD80F3D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前提：AIは「優秀だが社内事情を知らない新人」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417EA-24E0-4553-A8C8-5C832CC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履歴書は立派。でも、御社の顧客・ルール・例外はまだ知らない新人です。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7E641-2F2E-4587-B600-3E11B418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54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だから、目的・背景・禁止事項・完成条件を渡すほど仕事が安定します。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実務例：『メールを書いて』ではなく『この顧客に、次の行動が分かる返信を作る』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C4607-E645-4D7B-B480-80DE5A6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8750152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D843B-EB72-4422-8BFF-A7ABA9E0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B3E58-C296-4D45-B608-A8A7E5C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DEC5-F331-4876-BF0C-C1CC306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24200-24ED-4B4B-834F-BE7F418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AIを入れる前に守る4つ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7FDB8-0527-4623-A428-BBD4C75D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便利さより先に、会社を守る最低限を決めます。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73728-32B2-44C2-A9A8-95C33300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A068D-3A0C-44BB-A2E5-F6832DEA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機密情報を入力しない範囲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635D2-979A-401B-A1DE-03DE341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49C68-89EA-49EE-90EA-2A9E527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出力を人が確認する場面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ABE72-BAC9-4F7B-B56C-69EF127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E98FF-01B9-4DE0-8003-8FB4B35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使ってよいツールとアカウント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AD772-23E6-44FF-8037-5AAFA6C6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E0515-886B-4D81-80FB-4D1E9ED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問題が起きた時の停止・報告先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92251-0A18-4B24-AA57-A2DDC05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828C2-5E0D-49D3-858A-CCB109B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81831-ECA0-478A-B171-DDDF7166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0633162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46C15-3FD0-4A83-BF55-66F87C1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4FAD4-03F2-4B74-AB0A-74319E46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E28-431F-473A-9014-91E316FB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生成AI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A824-1A3F-4F13-B871-87671F9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8833-9F0A-4879-9A3B-9DCACFC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7EF3-9A72-46E1-9F37-99B36C5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検索が図書館の本を探すなら、生成AIは材料をもとに下書きを作る編集者です。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5380A-2B64-44A2-BD69-D60E247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生成AI：文章や画像を「つくる」仕組み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251D-81F0-49C7-8372-27D601E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既存情報の要約だけでなく、文章・表・画像・コードなどの新しい案を生成します。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実務例：議事録の要約、営業メールの下書き、企画案のたたき台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250A7-B02F-4E77-BC00-407C4BD1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0652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AA28B-6E53-4349-B053-FAA9A3B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E3705-BA85-4550-9425-869E37D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24940-C99F-4774-B22C-3B3FFAF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B5723-5646-4D54-8BF7-0CEF2F0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B0046-D2E8-4F92-89F0-8E092FE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918B0-3B5B-4431-A9C7-FE84821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大量の文章を読んだ、とても速い文章予測エンジン。意味を人間のように体験しているわけではありません。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BCD5-7FCB-498B-BCB1-B68C1403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LLM：文章の続きを予測するエンジン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AF4DD-3353-48C2-A106-B818E25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Large Language Modelの略。文脈から次に自然な言葉を組み立てます。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実務例：だから自然な文章は得意。でも事実確認は別工程で必要です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04859-56F0-4417-A1C8-271A8DD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4570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852D5-7442-40E5-A86C-DBF5A7F8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BA06D-56D8-4E61-BD7A-F03920B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423C0-0256-4E96-ACF8-43FD5348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プロンプト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C8A7A-CE6F-44D6-B549-5244484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32704-1541-4803-8800-BEA2737D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9B7FC-7C58-4D24-A852-B2F3FF3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新人に渡す依頼書。目的と条件が細かいほど、手戻りが減ります。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7583F-C706-46DE-8F77-CDB48EBC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プロンプト：AIへの「依頼書」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A4AE5-EF00-4525-98B0-AF15F908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AIに渡す指示文。役割・背景・入力・出力形式・確認方法を含めます。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実務例：『300字・初心者向け・箇条書き・不明点は質問』まで指定する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E53A2-1CD7-4F0C-A32E-45EFD4F5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6136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9B4C3-CB5F-440B-BDD9-A5268C1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34704-68AF-4DF1-8E9F-9400A97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D931F-BB42-4D02-93DB-2D0C33F1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コンテキスト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B76D7-8570-4B04-8B14-DE1B13C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0D860-120F-40C2-A46F-3A0D054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BCC74-2A04-4670-A142-048A922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85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会議に途中参加した人へ渡す『ここまでの経緯』。これがないと判断を外します。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AEA67-B54C-485C-A59A-B594D04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コンテキスト：仕事の背景情報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BE46B-54F3-4A47-837E-2C51F37D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目的、相手、過去の経緯、制約、参考資料など、AIが答えを作るための前提です。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実務例：顧客の業種・契約状況・前回の約束を要約して渡す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8EDFF-6B54-4875-B798-A6C4D9C4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422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02C85-B4BC-4F6D-89EB-FD7CD3B1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28E92-A8F2-4B78-B86C-8A37212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9BA79-47FE-455E-801C-BDA13CA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ハルシネーション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D9D01-E5A1-403C-A114-4A1854E3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3855-2B57-4A6D-AA24-343F5AF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2AA5F-E826-40AB-9EEF-943B121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知らない道を、地図を見ずに『こちらです』と案内する状態です。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BD22A-6EE7-489B-8E6C-E62EFF2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ハルシネーション：自信満々の勘違い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8EF10-D215-4038-9E8E-BF6C9B7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AIが、事実ではない内容をもっともらしく出す現象。ゼロにはできません。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実務例：存在しない制度名・数字・引用を作るため、重要情報は原典で確認する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6BCEC-2089-4E2F-99B6-0419E79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90865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32483-510A-479A-9EA4-5F87D206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A0499-C387-41F4-8065-EB0C4FB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19C3-5585-4260-AED7-8593DB0C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54CD9-93C7-4762-8914-16CC24FA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3A598-0832-400C-9625-3D09822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13259-E5A7-4121-AD74-2B01D14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回答前に社内のファイル棚を検索する司書。記憶だけで答えさせない方法です。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0E60C-CBDD-4DCC-843F-5165C6D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RAG：社内資料を探してから答える仕組み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B099E-1468-48D7-A5C5-839C6D2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検索で取り出した資料をAIに渡し、その範囲を根拠に回答させます。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実務例：就業規則・商品仕様・FAQから回答候補を作る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8963C-55CE-4937-8396-A40E40C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38506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65185-40B4-48DD-9320-A50E6F7F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41E8-8B02-4A81-B712-964704E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5B11E-C0AC-44A3-8618-5BF73E74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AIエージェント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90E9E-B273-4827-A8E6-9C733DA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2D518-AB95-4369-8AF0-3166D46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複数工程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B2EE9-A69A-4DEE-90F3-71469261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質問に答える人ではなく、手順に沿って複数の作業を進める担当者です。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1FAC0-E075-45D4-9868-1FB32E4E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743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エージェント：手順書を見ながら進める担当者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1289F-A2B1-4BB3-A154-E5E4348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目的に向けて、情報取得・判断・ツール操作を順番に実行するAIの仕組み。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実務例：問い合わせを分類→FAQ検索→返信案作成→人に承認依頼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0FF08-A0AD-431C-8D0D-DAA0E4B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0056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46DFD-BB30-4D10-9837-9C0E85A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BE697-FA7C-4214-A054-F5433BB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1291F-9D28-4CA7-8D07-E3751B2E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65D6-A5B6-4BF1-8611-0338FFF9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承認者・ガードレール・API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DB5A2-41B1-4CA4-BCF9-BF81E0F2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自動運転の運転席・防護柵・道路との接続口です。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7629-8A37-4B1F-9794-EAF6A53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23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26901-1D6C-4B3B-B259-AF8C667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75758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3つの安全装置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Human-in-the-loop＝人の承認。ガードレール＝禁止・上限の柵。API＝他サービスへ依頼する窓口。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実務例：送信は人が承認、金額変更は禁止、CRMへ記録だけ自動化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F6841-DA25-4777-A6CC-26CFB0F6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F9258-7C38-4DFD-ABD8-7F810BB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1E4F4-A834-442B-820B-23B88CC1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20827404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27AB-8F39-48BD-9ECB-9CD361C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9C5E2-F337-4EAD-9C06-B6D1BD5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F2709-95D1-4D6B-BCB4-673E626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415EB-7B5E-4939-A9BA-DF56FCFC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大きな改革より、繰り返しの1工程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4F44C-1E2E-4D98-81C7-B33967E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DF6EF-E7CA-4A3D-9778-B4FD650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67085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AF034-BD0A-413A-8149-56CF091D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2505957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CDBDA-7EDC-41DF-BB66-A69644D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3D35E-364B-48EE-B036-57881DF1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a6fc7fad4b36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631DA-D619-4C49-9D64-1EA5C88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467F6-0824-49D7-A328-208DDC15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DC4BA-4E11-48DC-8EC1-C2DC82C9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E0042-42AC-4E99-ADCB-19A97E38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AIに向く仕事の条件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60372-1F48-455C-AB69-63848BB4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最初は、失敗しても戻せて、繰り返しが多い仕事を選びます。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E9444-89C6-405A-AD3D-19A8E67E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入力と出力が文章・表で表せる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E1DA8-90E0-47F2-A72C-78DC66BA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手順がある程度決まっている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88965-EB2D-4BE7-A696-F617969A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人が確認できる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A761B-7242-45C7-ADBD-E9E54A6D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9924902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D6A08-B129-4544-9EAC-50F56DD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D7C30-53F3-49C3-8AA1-D0A25F8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8a9d16f7f4ea1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7F99C-71FE-47CE-9667-60DE10B9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EAF00-3038-4BC7-905C-582C9D18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2B236-BAAE-4124-A53F-3F76708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96B10-0DF0-4E4B-8CDC-087DEBF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AIに向かない仕事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1C99-48BE-4CA1-8518-A5424596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人の責任や関係性を丸ごと置き換える仕事は、最初から自動化しません。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CC3E-CD5F-4460-9B4E-73262E41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最終的な採用・解雇の決定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C8931-2195-4CEF-9176-060D3A2A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医療・法務など専門判断の代替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A334F-5523-4997-848E-C77E27FE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一度の失敗が大きな損害になる送金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84EDF-92D3-43AF-8919-80B2D0D3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425426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C71F4-3CAA-4B23-BF16-7DF055E5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CF5C7-7A96-44BA-B8E2-C8AD9C1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07D1-79A9-44A6-8DDD-AAA6D3D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59857-38D5-440B-9837-63851D3A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4つの使い方に分ける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42BEC-B314-4B79-9613-48A311C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46461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整理：分類・要約・抽出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生成：下書き・案出し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変換：言い換え・翻訳・表化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判定補助：抜け漏れ・比較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7409-5564-4065-907E-3C32E11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325B5-5FC1-444A-BA7C-C0F038B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2482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BFBD-D25C-4134-B5FA-DACDD2C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87A8D-B38D-493B-B7A5-7F1FC26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98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AIにさせること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290BC-D39A-405B-B393-ECEC3D6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3750"/>
            <a:ext cx="52482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BF792-EB63-47EA-9585-01CF4239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052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D756D-316D-4847-9F09-1030D08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43350"/>
            <a:ext cx="498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人が担うこと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B6233-D914-426B-B745-6556F52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2852623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FC888-C2B4-4FA4-88FF-31BA410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66A0-C721-46C2-BCEB-B21CE42B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5101D-8D76-4ADA-9FB0-2B82274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94A52-10DB-471D-AF90-9AEEDAB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業務を「1つの作業」に分解する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64243-252D-45DA-A5D1-983BEA1B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『営業をAI化する』は大きすぎます。『商談後に議事録から次アクションを抽出する』まで小さくします。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72EEA-3FDC-4023-8FF5-E3D2A4A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D50C-A5CF-4D2A-8122-C95F0D6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23E72-47D2-4E32-B72E-68ABDAA9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B188-E490-4C7E-9D30-86D58761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E3F00-2976-4D6B-B606-C66C15A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9C71A-2ACF-4541-8925-DFEA05E8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3364A-7359-433B-898B-CFF12C9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3C1DB-B4FC-4CD5-99F7-22A4C21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9D7EE-EEEE-401A-B9EB-9C9C5A1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6DC36-B52A-418E-807E-01E8CFFC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DF081-70D0-4A8E-84B4-C4A7CD11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0FD70-AE78-42CF-8F00-D4827B4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F044F-E1DF-40C2-87B1-419FB913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E2DA0-E1B4-4FF2-93F6-63793D3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86EB0-194A-454B-A547-7648139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FEA07-28F8-45A0-A042-5638F47F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9C294-F08F-4449-8302-0165A641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C76BF-17A6-4A90-BB23-F90BB95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8DD7B-5B77-419A-937F-0330620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2D07E-C388-4240-A17A-DC9791FE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5282918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CC28F-9EAD-4295-BDBA-D05E461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79491-B904-43FD-AB32-2365466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17F99-85F2-4EAC-83D4-086FAEB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仕事の棚卸しシート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F6A48-101E-4077-BCCB-B4883BFE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今週よく繰り返した作業を、まず5つ書き出します。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BD260-4B54-4EF5-8582-83455107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7C90B-CEC3-4E06-82E1-0838603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作業名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C1CAB-2BE3-4E17-AFD1-F364D2DD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BD59B-61DF-4C9C-9E98-A7FD236D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頻度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763B8-BE1A-4925-8E12-3329139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44958-5664-475F-B5A8-150797A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所要時間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6F017-3BEA-4BDE-99D1-D0CA340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19799-33DE-413B-99D0-A5B8F680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144DC-9B1C-4163-A872-A504DBEF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C718D-70E4-4B4D-86CC-783A1CC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9C99E-DCA9-4A77-A038-C3EC4B1B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B24DA-7858-40C2-A342-699B597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12498331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580876-AF73-4A08-872E-977F0A6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84E45-A9D1-4DB6-B396-F403C22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74C3F-0346-4D11-9101-043732B6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B69C6-AE81-4713-88D4-7CB33EE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1日の仕事を、流れで見る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33C84-D178-40E5-95D6-6FBCDA4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AIは、流れ全体ではなく「一つの工程」を担当させる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9AE91-1057-4298-A19E-E3DE712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075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5CC21-657A-495B-A187-C9BC1A7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9C9E-2704-4584-AE46-4020FB3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6086-0991-4329-8233-B6D32F3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受け取る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FEAD0-A54C-45C6-BC92-05044D0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AEEFE-408A-4646-B465-AD2055D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575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295C7-89A1-4539-AD2F-4F717C88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025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8E98E-F455-49B5-BF36-95FCC75B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5F2D0-D3B2-41D4-BE62-D8C2EBE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C7F3C-DCCD-4FCE-880A-B186B78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6E0F2-0580-4899-9A48-98EDD04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5C5C3-3CA8-48E8-81BE-677204D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考える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A83F6-87F4-46E8-A9D9-9D4FDDD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9C703-C899-4EC2-A2A6-E7A72CD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B3712-A672-4993-A8DA-AD0F8753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C11E9-5ECF-468A-AD4A-862A6FD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A43F3-ED81-4242-AF8C-05CC317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375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5AD24-CD10-4B11-96AF-3605B75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D5F93D-58D5-418A-AFF4-11BC9A1E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DC150-2425-4203-887D-AC1E7821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51949-0750-4200-BA78-E63CC6D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75" y="3333750"/>
            <a:ext cx="16351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FCE7D-9885-4E38-BAEC-99D7BCAD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3505200"/>
            <a:ext cx="1292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55581-5E3C-4A23-99F4-7DACC157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225" y="3943350"/>
            <a:ext cx="136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渡す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2BE07-B353-466E-B3EF-D62F9EDC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8903990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F56DF-B3A1-4C00-B72B-7031DEFB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D8956-99BE-47DA-B988-3F845CB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4E019-5B23-47EB-95D4-9CA4CC7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F1B9E-878E-41B7-80FF-DD69034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最初のユースケースの条件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5B341-A953-4C34-8545-7E3782B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ユースケースは『AIを使う場面』ではなく『解く業務課題』です。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9BF26-2D23-4AF0-8E2D-0CD4054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D72F-3E76-4387-8D81-A4405A8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困りごとが言葉で説明できる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EE11B-82C2-446E-82DF-63E9DD9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1232A-DC02-437D-A39D-35C3ED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成果が時間か品質で測れる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ADE0C-DF91-4B29-8C0E-4B1A061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E6E69-483E-4CE3-8999-7A21075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試行データを安全に用意できる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A3D25-B504-4C6F-B75D-9200226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65664-43B3-4C49-8F4F-26FA2C2E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利用者が週1回以上いる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D9159-6F03-4589-8DDC-0FCCA256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18B5C-0850-4CB9-BB45-2D693BD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35876-7BB1-4A65-B628-64324481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0495489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E580D-CEDA-4E52-A58E-34A2F6AB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A9DA7-B639-4714-A4F3-D063C17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F901F-0AF9-45B5-A8C7-5FE44DF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79D4C-71C7-4046-BAC2-EA9C980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優先順位は、効果×安全×実行しやすさ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F3224-EACF-4B8A-B817-3D0B5931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派手さではなく、成功しやすさで並べます。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0BBA-A6BF-4795-AD32-A99878E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96D6B-61D9-4539-BE49-6CF2132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89442-F12A-4D89-886C-C5473B17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0DB4F-F026-4674-90C1-98A9E31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30930-4C10-41B5-92B9-8787CE0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5CDD7-D613-4C92-BE8D-CAA49FEC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2F671-B766-4ED8-AECD-45E179C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6892F-1F1E-4092-BA1B-304E8F1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D15B7-F555-47BB-A90B-D312E99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95A2D-378F-43F1-B6F8-91EEC58E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85088-2454-4CF8-A4B4-910D2C3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47BD0-18FA-4B0A-8DA4-714428F4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BEE85-A362-4FBC-8EEF-75E44364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CF53A-C109-42C0-9144-FF8119FD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58970-CA1E-4B21-AF56-8EB84BA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E02FB-C1D3-43D9-8303-FBA5CCB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2CC75-048B-48CB-830B-6903947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6D848-8CAC-405C-8FBC-AC36463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1D34A-0053-4395-A1DD-91AF7BD4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4487B-6980-4F7B-880D-1C0B800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5038326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89BDB-31C0-47F0-BE6B-0C335BA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DF53F-7496-417F-BC94-81972BD6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64C7-2D85-48B8-9985-AC60D85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候補を5点満点で採点する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AD212-9612-4AF4-B08A-D70E5DA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候補を3つ書き、各項目を1〜5点で評価します。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11CAB-8304-41A8-991D-7CE84BBE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8FB1-9E7D-481C-A8BB-1DA57A8A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候補業務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54CFB-CE60-457C-A5A1-B2A0D78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178DC-8564-4E51-B6D6-C0370F28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効果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96F0F-B795-45F4-AD9A-1E49BBCE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9D978-B474-485A-898C-13DEA808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60E4E-DD06-4AD1-A5EE-092B48D9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863E8-A9ED-419C-AF3F-DEA2BEFF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実行しやすさ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F356D-ADEC-4497-BADD-DE3AE70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BB568-E994-4A8A-9143-DDD5F204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合計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83983-5D4F-44F3-A753-695A362F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AE398-A932-44EA-8A6B-5BB556C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15799677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2EEC5-6B73-441A-993E-8174FF5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92A66-3B8B-433B-8B7F-D494DB4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4EE0-167D-4BFA-8F14-D411353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FB3C5-D00B-45AF-BFD1-63D87D01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例：会議議事録は最初の候補になりやすい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75357-4B3D-4668-B199-3CE23D8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毎週繰り返し、人が確認でき、失敗しても元に戻せるからです。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3DD6F-92A4-46A4-B57A-1C6996F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479BB-E9E6-478F-8B8E-547E4981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入力：録音の文字起こし・メモ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88215-EDF3-4579-95A6-92B6942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C1B48-AF78-481B-85FA-5A4B3CB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出力：決定事項・宿題・期限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51C4C-AF14-40C8-9C6C-767293B9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4B1AB-9AAC-415C-B963-E41770D7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確認：参加者が3分でレビュー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782AD-CF8F-46DD-9880-D4543F9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23E1D-816D-41FD-8C8E-EE996E6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指標：作成時間と抜け漏れ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AE8A6-54C1-49CA-8C95-B15ACC62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6229B-0C05-4B0F-A08F-B2F7370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B7C03-DA37-4AC9-AB9B-4B16D687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20624111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521DD-7D64-48D5-8502-0EE75FE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B8383-3B53-4151-AAE8-FCF49BE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4E928-15F7-4710-96AC-17676BCB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60405-AB48-4EA0-97D3-71CDB055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選定の決め手は「明日の現場で使えるか」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1209E-23E9-49E4-BC2E-8698CBE5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大きな構想より、明日使うファイルと担当者が見えている業務を選びます。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8B912-7A24-43AC-9CA0-F68ADE8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BD5F8-1CD2-4A37-9BFB-8D81088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誰が使うか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FAB63-809B-4243-8681-26B56F61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B3EB-2A75-4933-BF94-C7BE4A06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どのファイルを使うか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E727-558F-441E-BE14-3DF1DD9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43DA8-1B04-45F1-9A4D-41211788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どこまでAIに任せるか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5C48-0AA3-4D6D-B7A3-9C4F5C85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1F60F-E5BC-4B16-A0B2-8302C22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最後に誰が確認するか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12C84-E6D2-4B9D-9480-E9E67FF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BA9E0-087C-4233-B371-37CF290A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987C6-EF49-4617-BC6A-44D59E3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976812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C8795-8615-46B3-A8FF-E3CA4FE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68D70-620E-4AE8-BADB-36495FF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BF22-E61A-415E-A50C-01969C1B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039E6-FBDD-4080-9B6B-88AF9663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AI導入のブレーキを設計する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E56D-1B0B-4F34-A640-76A8DC0D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8D64E-9F6C-44B3-97A0-B0E9B301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67085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2D9B-7F63-440F-B31D-83DF2C66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9569165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94112-E943-4B96-8C49-8431AED3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E7AB6-621A-4170-9AF9-094149E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0BB45-4CAC-423C-B1A8-0BE8D12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77118-094E-4DCB-A53B-1E97A3D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入力が曖昧なら、出力も曖昧になる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A8F3-C47F-4D40-93D7-5BA9AD1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AIは、曖昧な依頼を勝手に正確な依頼へ変換してくれません。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C978B-EEB2-4810-A470-5DB95D2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B3FF7-430B-4F5B-902A-253D8FBE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295B7-F01E-42E9-8A97-4BA1CFC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D5FCE-172E-4008-BAD9-C2B00E66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95E43-60BA-4F7B-8235-887BD9F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31287-60D9-4A9D-9E04-F6125382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321D7-5919-4254-8738-73ED572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7A7BE-4CE8-441D-948B-EC87584B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CBA1F-C11A-4A3E-B05C-D605249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A33A2-4AA7-45B7-8FC7-424B1DA0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D95BE-AE00-47F0-A111-D3586D5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72DD2-96BC-4A3E-945D-7632DE3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146D8-3A42-46E3-8EB8-8E6017C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0C304-1CD1-4B89-AF68-374E3F65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B7CD0-8B6B-46B0-AC25-9F5E2FA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0D62C-9688-433A-BBD1-2C02BA8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758A8-7F86-49EE-BF46-98C68D0F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DE021-DB10-400B-A32D-1C5A346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4C290-B85B-4EB9-B13A-7D91984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CD02A-7D4E-4764-82C7-AF7E1EB3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0276514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37B71-B2CA-40F5-9B6F-EB0EB80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AAAFE-2266-4145-B925-AA231B9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F187F-B0B5-48A2-9C7A-FB70EFE9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A4539-DBF4-4F0D-ABA3-FB0EF8A9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機密情報は「入力しない」から始める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C418B-A891-4E90-9D05-06178748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安全対策は、難しい仕組みより、まず持ち込む情報を減らすことです。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F36AC-E955-41B1-8035-1CE4F1F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B3C40-87D8-49FD-9F2C-1AD3F237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個人名→顧客Aに置換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3C115-5974-48A1-AEBA-2A4DE6B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F6C0E-680A-4331-B2F2-66C63570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契約書→必要な条文だけ抜粋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BDF81-5B66-4A17-839B-20B635E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E792-84F3-48D0-8119-FBA8447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社外秘の金額→レンジ化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07678-9F07-4B9D-B6A7-A7CE733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C949D-297E-4EF8-B645-72E04B5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保存・学習・共有設定を確認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670E7-48A7-40BF-8AEE-3058E1A1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DB547-E837-4C45-9F5C-8E378860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92BA7-E2B9-4338-8127-DDBA54C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6932894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25FEB-03CE-43F1-9644-40F80CFD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9EBD4-5831-4BD4-BEC3-AC05C43D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86827-1829-49C3-9CEF-7E095109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7A8BA-0551-45CF-94B9-4BD0B8E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出力を確認しないと、速さが事故になる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4E735-CBA3-429D-A0CB-1E0DDB0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下書きの速さと、公開できる品質は別物です。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0C947-D4FD-403E-B06C-3A9E49F8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6F514-A144-4AAE-8D7A-CB6178AE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事実：原典と照合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67EC9-CDA2-45AF-8545-F185A0CF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5FADA-43A5-4D77-A136-B3D9CD2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数字：計算し直す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C9A17-DCAB-47CC-B7B0-1EA615ED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D19B7-E81B-4558-8B50-404B000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表現：相手・温度感を確認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DE50A-BAF1-4308-ACF3-EB56054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58AD0-E1A5-487C-A8F2-3316213A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権利：引用・画像の利用条件を確認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1FBDA-548B-4089-AE34-0B21121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05FAF-E02B-41D5-9500-250E54E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E1BED-D1C2-4773-B1E9-A839497D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738222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3EBB4-565C-4588-80F8-0EA7D01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F4500-040D-4BCD-8867-4B6280D3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E3603-B573-4EC8-ACC0-B3EA44E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544D-C722-4BF8-9F60-3B234E3B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責任者がいない導入は止まる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87EAA-4826-4B27-9664-1563914B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68267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全員が使うはず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問題が起きたら誰かが対応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プロンプトは個人のPCにある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FA861-A6CE-452C-93EE-6AD37C9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248B2-BE18-48E7-9230-C699CAC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業務オーナーを1人置く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B32F6-6861-4658-8C6A-4D4BA6ED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A93A5-9017-4C59-9F4F-786A8D7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停止・報告の窓口を決める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B0BF-E2EE-4BB0-B866-E056DDE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F527-87BD-4A5A-A45B-719217A8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テンプレと履歴を共有する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F829-DFAE-4CF0-BD47-9AF94CC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937F6-1A59-4292-8546-CEE8321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B6CD-60A1-46D8-9A9E-764DBEF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7943465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3655E-0E9A-4AF9-A45F-67231AF9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033B8-BCAE-499B-BAB4-0C606ECA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8B8E9-BDAA-49C9-A73F-44467CCB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ADCC6-04A0-4617-AE68-448EEBA5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一度きりの実験で終わらせない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E03D0-D766-48B1-8C36-1527187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成果が出たら、手順・テンプレ・確認基準を残して、次の人が再現できるようにします。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C5274-9733-46DC-8AD3-8332A94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36954-0C26-4F3A-87D9-BEFD742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入力例を3つ保存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339F6-432D-4962-A05E-E1BAFB8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BA18A-AEB3-489A-8FC9-27FD35F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良い出力と悪い出力を保存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433DB-BCC2-4716-8615-AE57CEC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186F6-0E10-419E-B60E-D5AA1853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更新日と担当者を記録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69845-428D-47A3-8E32-D44F8FE4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0D07D-8E37-41C2-994F-8995875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月1回、現場の声を反映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A73E3-9E29-4863-9C61-9729AD5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396B3-188C-429C-8EE1-37ED1E0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67FF6-7099-4196-B553-3D1AC99E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66507420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3781E-6FF9-49BF-925D-4F5AC87F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A338F-7391-43F0-89B2-3E8C32C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CE97F-C0CA-4FEA-BE7C-4D31A78E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D47B4-130A-4584-AFFA-F4F05C4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ツールを増やす前に、仕事を標準化する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51CAF-4648-4393-BE9E-3592C2C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同じ仕事を人が同じ手順でできないなら、AIに任せてもばらつきます。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DA666-85BA-46E7-A923-ACE9F7D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D6866-ABD7-420B-A00C-722BB9F9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9BEA6-A728-45C7-A077-37943CF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1A4C-866B-48D5-B907-DE559A5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D78CF-7AC7-40C4-B74D-237E5ED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380CA-10CF-405C-92BD-27E7622C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39486-98D3-4AA8-91DA-FB2249C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1E567-27F7-4CA8-BD96-36E42E8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F6A55-7171-4A34-8646-75816158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E6F20-C4CE-4DC3-AA50-997F0122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13089-87C0-4198-84C3-90203E1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8ED48-453E-4129-93A2-088362E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8FC13-1E93-4886-9831-43267F1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984CD-5AEB-4B47-A0E7-0A61EA53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A21DD-2595-4BF8-A4A7-65C3B0D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D5703-60D3-4979-B5AA-59D368E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7AD7C-1C0D-4015-9D0B-0A8E139F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00E84-A65D-4DA7-B629-2DB5B8DF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ACA82-91C1-432F-A11A-2D5FF13E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543F5-0D83-4B02-81CD-E4A4DC2F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9500506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0A51F-CA37-4FA0-BAF5-B46869F9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2784-18AE-4008-BF65-05D185AF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84CA7-D60F-4C06-BA8B-A28DD3C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8FC6D-E1E5-4D24-83EE-2E2497DF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プロンプトの達人に依存しない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A5551-22EE-42B4-830C-66A8AAD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特別な呪文ではなく、誰でも使える依頼書として保存します。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F5E1F-FC6D-4E6A-AD14-B3A1033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6A493-29C1-4E04-9815-3AAB9D5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役割と目的を固定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FE6E6-A72C-469A-A162-07C58287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253FA-0467-4DCA-916B-4F721D0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入力欄を空欄で残す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2E39D-65B2-44FC-8828-9B8F2ED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2F321-0E65-4F10-B176-A3002AE5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出力例を1つ添える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5FE01-7D63-47BA-B0BC-D254EE2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866F1-F930-4BE4-8ED6-6124B344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改善履歴を残す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20194-2C58-432E-B78D-505154BC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027A7-6DC2-46B8-B799-1308D10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92143-B558-49F7-8B1B-ABA54503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20847315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34007-D656-438E-BC27-19C26090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95BCC-D8C8-4E0A-B7B5-5991601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E80A-7599-4821-8288-78AF129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A6BA0-46D9-4250-BA0E-B31F022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自動化は、標準化のあと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F417A-A935-48EA-B9EE-487CDA7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人が一度正しく回せる工程を、次に自動化します。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849C8-1FA8-4EF2-8982-64492DEA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1A53F-D04E-4AF3-B89A-8E79CD9F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Step 1：手動で試す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7F9EE-0FBF-4C31-8EDA-F4CEB31B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C377B-7FBA-47DC-9987-C2A4B7E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Step 2：テンプレで揃える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7947E-1E7D-46C4-B249-C98A318E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C0BA8-EF6E-4BB4-BE8D-3026A60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Step 3：人の確認を残して半自動化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25549-AD98-4B09-A3C1-8F8AA2E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E7BF6-AC0C-425C-A263-13D33B2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Step 4：安定後に範囲を広げる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AB48-7EA9-4E09-982F-9B7608D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FE0B1-B4AF-4525-B261-3246BD0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9B3EA-F822-49A2-B886-3AAB8192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41451922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B9DF2-BC02-42A3-A422-37F061B5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B8724-073C-4602-BF0B-A9A993B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836DF-847E-4389-BD31-4425092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FD4E9-43BB-4E39-9597-0C8A367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リスクは「確率×影響」で見る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847FA-B033-4A39-BFAB-5DB3CB5E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怖さだけで止めず、どの事故をどの対策で下げるかを決めます。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667C7-A101-4643-9290-3608176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3241E-071E-4385-AD47-6DF0B0C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055FB-9F06-4E34-AC93-44FCE12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8A390-AF31-4844-BFCD-30D3B7C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82C09-ACB8-486B-823A-4457A4B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A0572-97F6-4D91-BF59-B9291C2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4EA71-B160-4450-A750-00E8555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4B7E8-BE33-44B2-A345-D8D7713D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6F8A6-494C-44EC-AD5E-A3B2C8C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6C4E-ECA0-441B-90A2-4A39A7AF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5CDC9-CC00-416C-996E-CB18553B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1425D-C3D4-47DE-81DD-0BF68B2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7DF1E-7E06-47EA-9787-62A4E38A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50A2D-1CCE-4E6E-9DA7-A75880A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92777-5F9A-488D-BD8D-723356F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71D5E-DCEA-4851-B795-9DCD218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D1696-187F-4389-8AC4-EA456CC5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93127-8AA3-45FC-BD82-98A348DA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A4FF6-7F20-4387-9D3D-E79437A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E125B-2514-47CF-A0C4-26894490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2582825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8A976-EE0A-4DEB-A2F6-CF5453EE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34ECD-66FD-4DF7-B820-86A8242D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9B356-0C41-45D0-99F7-A14DBE5A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F67D5-AE19-44F6-8427-31CC6A0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止める基準を先に決める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5EE46-3BC8-4F99-8165-F138E24D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導入を続ける基準だけでなく、停止する基準も同じ紙に書きます。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89062-4776-4DBE-A3A8-0AED335B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5BD30-1A96-4F61-8A46-E9B683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誤りが一定回数を超えた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E718C-83D5-4D0F-BD50-BD20E25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6797B-7179-4D6C-9F2C-CB2C5B2A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確認時間が短縮されない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2E515-3CD6-40B8-8B82-2A26D3F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15937-E093-431A-BDAB-D2D529AB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利用者が不安を訴えた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48B8F-4580-4AB1-B805-D40B0724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FF608-1F8D-4DB2-A1A4-8CB0686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個人情報の扱いが不明になった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0F84B-14F8-45A0-91EE-B088F94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5EFFA-AB96-4E84-9E2B-51D94D83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1B0C5-FE47-420B-8E1C-ABAD596E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6412551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CDECC-735B-429F-B3DB-497EC41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110B8-E148-4579-9DF9-4617C7F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9556A-72E4-48E0-AC9A-73D8BEB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245FE-8CF7-4267-B1BC-E1DF3706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成功する会社は、AIを運用する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EB57E-9F8B-4079-8B2E-E9987C6E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5DB7C-4D94-4011-9CC6-CC1E356E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個人技から、チームの仕組みへ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F5826-9ED4-47B6-B2E2-E40BC2B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4503318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F7C6B-A06A-43B2-A2B6-25E712B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7DCD6-0670-4953-ABFA-3FB0E72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D106-6B82-47CB-8490-D3BF09C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E36E-D7E8-4657-AFE4-7247B7A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AI導入の正体は、仕事の設計変更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B28A1-C29D-4972-891E-59617B6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AIを入れるだけではなく、人・手順・情報・確認の役割を組み替えます。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4CB2-9D43-4E5B-A53C-CE25E81D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24FBE-D687-4F26-988B-E13D3A6B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人：誰が判断するか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C9BFB-9C13-44CA-8CEB-BCFF4649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23902-A27D-4CDB-AEF6-8DEEE4F8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手順：何をどの順番で行うか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DDDF1-EECE-4C29-B0E9-775A87D9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87AA7-054F-47C6-B319-812DA2D2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情報：何を根拠にするか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BB3FF-DF58-4578-B8E1-012A368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8A4F4-1CD5-4F4C-B277-3F6FAE39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確認：何をもって合格とするか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4C208-8D13-4DB9-8D3F-DEFA15AD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13FBE-F2E5-4CEB-9AD6-F2B58DA3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03921-5F03-4612-B8F9-C22D9102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1589203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72B36-E391-48BA-BB3D-7E59CA01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50EAF-8407-4F74-B94E-3279130A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0B24A-8D94-4F9D-9FA2-A343033A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69FB2-3FB1-4860-88C0-BB7BAE0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3つの層で考える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1C87E-0813-4BAF-8AE6-D928A8D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いきなり最上段へ行かず、下から積み上げる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52905-EAF4-40D5-9964-1E01254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AE2F1-955E-4877-8D74-F8ED327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441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2F966-7CBB-4CEB-B451-CFA51B4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309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004CC-F59D-43BD-B1DC-9775FEF7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17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個人の補助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05B48-BFA8-4DBC-AF34-3C79E2EB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BBF61-C9E4-4672-B4B3-9E78F01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33750"/>
            <a:ext cx="3441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E52EC-2038-404E-A0DC-7B8D3E8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505200"/>
            <a:ext cx="309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F1A89-5746-4CF1-A29A-611DF8D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43350"/>
            <a:ext cx="317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チームの標準作業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2D882-F8C1-4D3B-9F7B-64B6C154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333750"/>
            <a:ext cx="3441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1C100-D75F-4399-A611-00D4172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3505200"/>
            <a:ext cx="309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92579-D32A-411E-B2B7-F75F233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943350"/>
            <a:ext cx="317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会社の業務システム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5FCF1-4F0F-49B3-96DC-8408128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96072137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110DE-6680-476C-942E-1F225B2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C69C1-BEDA-475F-8796-A48BDF6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1B3AA-6418-4F1A-991D-F7E85A6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88F4-7410-4329-BB0B-F33C211A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AI標準作業書は、1枚でよい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AA684-948B-4E1D-AD82-1F846479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長いマニュアルより、毎回同じ順番で使える1枚が現場に残ります。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CC708-1490-4105-8252-8EF0CB0F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71008-D57E-46F2-9A1E-F4F2B6A0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7DEB4-E99B-4C5F-8275-FDFE918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DD31-FF03-4341-A8EE-9C5BF8CB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入力してよい情報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08233-5AD6-426F-8E3C-469065F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4D440-B397-4BD8-BE99-4AD415A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使うプロンプト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7BE4-E283-47F4-9726-CDA1FE6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66637-C7F1-43C8-BA6A-73124F0C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EB1B0-4960-48CC-9B9A-17DDC88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D6DF-3D5D-4DA3-B02F-A45028F5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困った時の連絡先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978DF-8816-4B24-BEA4-3844C59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CEA6C-E64E-4AE8-91F5-69CB94C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BFB9B-58E0-477D-9ED8-27467D22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46161645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DF785-6E3F-44B1-82A8-A325773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FDF55-01E5-4580-93A3-549D7671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E2F9D-80AD-44EE-9D0B-788BCEC5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CE243-D616-4A1C-891D-268C1677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AIと人の分担を明文化する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B4986-45FF-4B51-B9A9-0683A310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46461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分類・要約・変換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候補案の作成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抜け漏れの指摘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定型の記録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2E6C8-59F3-43A2-8634-0D8269D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E9D08-8A90-4C66-A369-884EA6D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2482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F9D9F-57BD-484F-96E9-A6EBB8C1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8AEBC-E3F9-4BD1-8C05-736FC02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98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AIに任せる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60E28-A81F-4A40-B79A-9A544F0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3750"/>
            <a:ext cx="52482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560D2-697A-419B-A9FC-CC4ADCF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052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FAA9-6F3A-45BC-B658-F39FBABB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43350"/>
            <a:ext cx="498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人が持つ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24480-B6E4-4A63-98C4-65D0883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8887105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EF901-9341-4822-8034-18D244B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5BA15-D752-489A-B788-9AFF0A3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558A1-0C4C-4747-937C-1270C906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A5932-B25A-4569-B680-E515013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知識は「置き場所」を決めてから使う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DF336-2299-4210-A5B6-08942C9D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AIが参照する資料は、どれが最新版か分かる状態にします。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0772F-000D-4EA6-B55F-5EF5C3FE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CB4CE-465D-4F29-9F7C-8A19D6F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56298-A0E3-4A4F-989E-2637834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3427D-EAAE-4EAB-BC6B-FB7D2855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AE548-EE02-45C5-A9AD-27F4CFAF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66A51-102A-4C46-8AD4-71E97478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046F3-83C8-4378-BC14-88565B6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4D26C-7F94-4864-9055-7E27CBA3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37785-2570-4266-AA80-E7CEB9C1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16B46-BE80-49F0-991B-D1B654D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95E13-CA05-4C4D-B164-F78506FE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BA498-DDAB-4605-858F-F2649435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F1EAD-8816-41EE-A50A-39C82DE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E650E-D798-49C4-982E-62C0205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8A93C-B025-412A-8F1F-15A496F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6BF44-B5E3-4DA1-882D-5A0C257C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2172A-E90F-4879-B822-54A1AC2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17B19-D3A0-4768-9343-CF57CD8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588C6-2AA7-4E4C-A828-CA06A94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7C27B-299F-4783-8FA1-4B8A9B1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748736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4BDEE-325E-4FE1-88E5-7F67B51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9432F-0A73-47D0-97DA-DC9EA353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B8680-A8C5-40C2-BF3A-7D6310F4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F0A0F-8547-4A51-B57C-FFB76182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再利用できるプロンプトを資産にする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0FCE8-0B02-4EA2-B982-52E66DE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よいプロンプトは、個人のノウハウではなく、会社のテンプレートです。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E1BF4-B02A-4109-B7E8-261CB5E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92629-DA33-4DB3-99F8-FF7266C5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名前をつける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B1A8-88CF-4F72-9480-0C6CA60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F4192-AA21-4C82-A956-BABF80B8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用途と対象者を書く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4EB2D-EAAA-4D7C-9592-D5E3E87B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C09FB-F573-4F62-BA2E-D94F85B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入力例・出力例を添える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99846-B3D0-49AB-8FB5-FAA83CF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645E4-278B-459C-BB68-474A1EC7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改善日と担当者を残す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DA4F4-672A-476E-91B6-F867743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253C1-C429-45A6-A642-A1396A4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8B975-E270-47D3-8DFE-35638C2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37716986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9375B-E316-471B-A78E-40FD0A04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092E2-E745-468A-959B-165CB0FD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3A89D-1D64-49F7-B743-BCF89556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評価：AIの答えを採点する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983C8-14D7-4747-9E22-192D2C57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テストを受けさせて、合格ラインを確認する工程です。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F0969-174E-4500-8586-EC810B6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C848-07D5-4503-A227-EA8FDA3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7BD43-4286-442A-BFF7-B5A4812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38766-35B6-4984-AA7D-A3A0FBE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7D3CD-EED2-454E-8878-716225F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4219D-9DA9-41C1-926B-93DE9F95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56855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AIの出力を、正確さ・完全さ・読みやすさなどの基準で確認します。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95E4C-1009-4C57-924D-AA0374E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E8D59-136C-459F-83BF-8548C31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56997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実務例：過去の10件で、事実誤り・抜け漏れ・確認時間を比べる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0194-EF56-42D2-B319-DFAD583B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02A98-BAD8-4B24-9B55-13289AA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396738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46547-C48B-47AF-ACC0-3EF6B3F1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879E-0837-4C5F-A721-1A1A890D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95CAE-AA9A-4488-93A4-5C3D76AE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2B0C9-DC04-42A7-838A-FF4F0553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最初に測るのは、3つだけ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A382C-C950-41A1-9032-68B5136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測りすぎると続きません。まずBeforeとAfterを同じ条件で比べます。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A841C-F1C2-4099-8332-071F372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81644-C824-43D0-9425-7CFFC05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時間：1件に何分かかるか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FDC84-BF90-4BF3-8E0C-4002E20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16F98-00D7-45DE-90A8-107AAF7F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品質：修正・差し戻しが何件あるか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2BD77-A3EE-43F0-A908-7630FDF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48FE3-C571-4097-AA08-2967E1C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安心：利用者が使い続けたいか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7884-B06A-40C7-B89E-861B4F2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C3417-8541-4124-BB91-F42611B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E73CE-5FC1-4DC4-9C60-D882ECC5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40702529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8FAE7-3B68-4B0C-9008-EE54B6A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E0976-2353-4278-973E-21ED980D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7D2A4-D48E-4B9D-831E-FD39B64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C91C8-65E0-4083-9607-FA29654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週1回の15分レビュー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5ACFD-967B-456C-B774-CEE848C8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使った人が、良かった例・困った例・次に直す点を1つずつ持ち寄ります。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E0676-CC61-418B-A6FB-823ADBD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77479-39CE-4CAC-9252-6776BF7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今週の成功例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A7467-049B-491C-9822-445C2E14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CB57E-8CD9-4FAB-8B5A-36753A0E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今週の失敗例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0CFF7-66C0-4CA0-A6DB-4012D59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FA293-39DD-4188-B6E3-D10C4E4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テンプレの修正1点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89CFD-E78B-4BCC-86A2-DCE8B5D8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4B799-AA16-49A7-86DA-D57091A3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次週の確認担当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C4187-58CB-4630-BDBF-24CED81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A6C5D-6A5D-4842-8337-4A5CE4B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F4D5-CC4A-43E8-87FC-EF606A7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88390560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60BEA-FEE1-4779-AA21-62B16E5F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2FD8-E81D-4711-9EFA-2573E37B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92AF3-6C94-4DBD-865A-D6DA275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76726-0785-44A8-928D-CD1468E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成功例：会議後の2時間が20分になる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E0DEA-A41A-4B08-A432-2436339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これは実測ではなく、教材用の仮想ケースです。大切なのは数字ではなく、測り方です。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A10B-54DC-4054-AB56-CDE5DD5E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76CC6-A179-4915-86A4-9881279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3A2B2-D5C2-4E5A-95F2-BC14AADE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4A03E-5D5B-478B-9F72-67020B4E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DFB79-D58D-4DCF-83D3-20F04849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E241F-379C-46AB-A27C-B0D7D99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271B3-DF7B-4440-8C05-85CF71E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735CB-447F-4EA1-8335-773DE57C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9802A-FBF8-4001-9BC2-988388F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1E5BD-5A36-45F8-AB05-7862BCD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300EC-FB25-4FD9-92F4-7628C70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CD9E9-97A8-4DC9-A946-AA3A6A82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1AB30-5CFF-4902-90D5-46B068D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07156-268F-490E-96D6-E14EF5D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8A60F-A656-4071-B03B-222E647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1F8B5-9E69-4B0C-9BB2-5C974737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1FEC9-30E4-4CE9-ACC7-B9CF2F3F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E997E-B26F-48C9-B77E-73D3AC52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35744-EDAF-4AAA-B9D7-751CC189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64795-E1DF-45E2-87AC-276229D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47549273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EF780-F90B-451A-9163-BE1E99A0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6220B-8F07-489B-889E-1095BE8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C3E18-D574-427B-8AE7-F515A4FE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097E6-5F77-4DE9-8309-65D7C57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プロンプトは、仕事の仕様書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B25E7-9D88-4CB0-9717-4DE3CE7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39FCB-8579-451B-B065-E5C53A35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67085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D5856-2A1B-449B-B9FE-86D8C00E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205749918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96E27-D0DA-424A-9274-28219DB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B93DC-31F8-4D9C-BDEF-D337F9DA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5670D-ADEE-441F-A588-8CA14F00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30769-E556-48EB-B5EB-3D5A288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プロンプトの基本式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0F11C-444B-43DC-BF73-9ADFB93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役割・背景・依頼・条件・出力・確認を、一つの依頼書にします。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E7BD4-397C-4DE1-95B3-CDBB7688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721F-34E6-4116-9D3A-52B72E4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8C74B-53AE-427A-88F4-EC2968F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23323-3A37-4BCD-B20C-DED64EC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役割：誰として考えるか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背景：何のためか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依頼：何をしてほしいか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条件：守るルール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出力：どんな形か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確認：不明点をどう扱うか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53B5F-EE66-44BC-BAD7-F20BBFF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7C9FC-C650-4B37-BDAE-E396A548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8193778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D5534-7727-4F1C-B940-1E703A3F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A72FA-E773-4A9D-8C24-9C2D490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9EB16-8BB1-4C07-B183-E5A870B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実務テンプレ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5A541-D728-4FEF-8BFE-6C1B953B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曖昧な依頼を、実務の依頼に変える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5F68-9D09-408F-B594-9A05852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118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営業メールを書いて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いい感じにまとめて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この資料を分かりやすく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9480E-E6C8-414D-B093-CBCF0B1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0266D-D78B-4B56-BE1C-ACE8176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AFACB-0A9C-4CE4-8168-01E21496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4E2F4-E1E3-48CC-B488-70C3B9F0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Before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After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顧客の状況と目的を指定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読み手・文字数・トーンを指定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要約と次アクションを指定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C1925-B70F-4892-B82B-0FE3F294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D035F-F71A-4307-BB4C-3997C40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57119876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712A2-9521-4CF1-8779-63E9E09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E052F-17E6-4384-A2A2-A329F51C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BE728-7F33-4DCD-81D1-47CA65B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CE1CA-9958-4C9D-A5D6-8F2ABA8C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そのまま使える基本テンプレ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6C429-1DBF-4E8C-88C5-9B4348A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角括弧の中だけ、自社の情報に置き換えます。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542AA-CB59-42DF-8915-9A4A60E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75B16-EFA2-4C5F-B14A-291130F6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AEB0A-0B3E-462C-8443-C31C89B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40F81-8325-4386-A7D1-798BF7F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あなたは[役割]です。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目的は[達成したいこと]です。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背景：[相手・状況・前提]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入力：[材料]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条件：[文字数・禁止事項・期限]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出力：[見出し・表・箇条書き]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不明点は推測せず、先に質問してください。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5DFF9-C94D-41BE-9238-AE331B4C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4751F-756D-4323-86B5-C7782CC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41682506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062E-C535-42AA-B2BD-94323AD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5DBD1-1954-455B-813A-3ACDD0A2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BB948-E83F-4FD1-AB00-B9B2A61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実務テンプレ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77729-E4C5-44E3-864B-52D1128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依頼書の各項目は、手戻りを減らす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4E2DC-76F3-4CD5-83F5-4219BDD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全部を書くのが面倒なら、まず『目的・相手・完成条件』の3つから始めます。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B8EAF-6D79-42A1-B224-B33ED00F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866EE-10A4-46D0-B1E7-5F41C169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4BF7-4F95-45BA-A640-87D3F6F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D9672-B7F0-4B64-A22D-84F9A5F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役割＝視点の固定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背景＝勘違いの防止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条件＝やってはいけないこと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出力＝そのまま使える形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• 確認＝自信満々の誤りを減らす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0D4A4-2B3E-4762-B179-46FB2CB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6CB52-C691-4CC6-95A2-5A9824B9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7493519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B41BA-BAC0-468C-85C8-8AB52F46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7F43E-1B9F-4AAB-9D1B-AF580EB1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250DF-6A5D-405A-9504-40803CB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E5781-D60D-4AED-AEE6-7537360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パターン1：会議メモを行動に変える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5C4C8-7D0E-4BC2-B470-E8CF5C0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議事録をきれいにするだけでなく、誰が何をいつまでにするかまで抜きます。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50C2B-EDB8-4572-8453-675A290B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29F6C-A838-4714-9B49-1F59264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723A6-DB5A-4A56-BDD7-3C3241FD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EECDF-A75F-43B5-AD46-79C413FE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以下の会議メモから、①決定事項 ②未決事項 ③担当者つきのタスク ④期限 ⑤確認が必要な点を抽出してください。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不明な担当者・期限は『未定』と書き、推測しないでください。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出力は表形式。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[会議メモ]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E379E-A46E-41B7-873B-4EE1745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49E96-D6AA-469B-B129-997964B3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97792353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95175-A8EC-42B0-A5ED-6E89A3C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D93FA-C314-449C-82B7-DD3FFE3D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42C1-A8AA-4F60-AA54-B9E655A1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実務テンプレ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77664-4CFC-4790-913E-AD3A527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パターン2：メールの下書きをつくる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C2982-084B-4460-AF89-27E260F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AIには書かせる。でも、送る判断は人が持ちます。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A97B6-8328-441F-A0AA-6E6B2978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60243-F14A-4620-A196-0E36BBAB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089C1-79F8-48D2-97C2-18CF7DE8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EB96E-5992-465A-B54C-D0ABDA8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以下の情報から、[相手]に送る返信案を2案作ってください。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目的：[返信で進めたいこと]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トーン：丁寧だが回りくどくしない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条件：200字以内／未確定事項は断定しない／次の行動を明記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最後に『確認が必要な事実』を列挙してください。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[情報]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26C24-453A-426A-9786-A5CA467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60B82-B213-4116-A347-8558786E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68048927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A6C74-8C46-4D80-8B83-F9C8D7E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6DA18-E3CD-48EE-AB94-07A6CEFB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63136-EC9F-4388-8255-9E299E34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BDA2D-5D91-4FF3-B73F-5C3FA04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パターン3：調査を意思決定用に整理する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EBD69-843C-4637-9D62-D058C465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調査結果を羅列せず、判断に使える比較に変換します。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11DEB-4206-4196-99A4-0784065A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0C5D5-8595-4CF5-9DDE-83E5B878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E56A1-8FE8-47E1-BFAC-F712E8F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7BF1A-2CC5-431D-9F0B-937C3E57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以下の情報を、[意思決定したいこと]のために整理してください。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①結論 ②根拠 ③反対材料 ④不明点 ⑤次に確認する情報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出典がない内容は『出典なし』と表示し、事実と推測を分けてください。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[資料]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1E965-1AB8-4D7B-98BC-875D208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C18BD-CC9E-4B14-BF5E-1CAF23B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204924155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AB869-29C6-43A6-BD9C-85875340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F8117-DBF6-4D25-9362-7F30331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ABD76-2AAC-42A9-96E4-E6E3F69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実務テンプレ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C0B89-1DD0-4C30-A22A-74F1A0D2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パターン4：問い合わせを分類する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DB46B-9A05-4904-9BC2-D9156E9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分類は自動化しやすい一方、迷うケースは人へ戻します。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C27A5-E65A-4C44-92AF-03A79E4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169E8-456F-4EF5-B9B4-AF2C17C7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F7ACE-A549-445D-8896-46365742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6F9F4-8170-4F63-9EBA-DE9252DE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問い合わせを、次のカテゴリのいずれかに分類してください。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[料金][使い方][障害][契約][その他]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カテゴリ名、緊急度、要約、必要な担当部署、判断理由を出してください。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複数候補がある場合は『要確認』としてください。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[問い合わせ本文]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6B731-5E6B-43AE-BB62-A8415563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E6A57-89FB-4FA9-83CA-85F47CF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74097611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3D318-9D3A-4E40-AE15-77F25DA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D462C-56A5-46D3-81B2-DEB715E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CC4E-CE3E-47B5-98B9-48947EE1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A8DAE-5670-4FC0-8A57-80A3E24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パターン5：経営会議の論点をつくる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17A7-C7B9-4775-90BC-AB6500A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経営者向けには、情報量より判断の論点が重要です。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27871-EC65-4BAC-A9AD-529B789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EB8F7-DA98-46BC-A960-3426BF44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4CA11-3146-4EF7-8BE1-686BB6F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7D2E0-456A-4601-8588-B4F47F0D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以下の報告を、経営会議用に整理してください。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①一言結論 ②数字で見える変化 ③原因の仮説 ④経営判断が必要なこと ⑤次の30日で試すこと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数字は入力にないものを作らないでください。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[報告]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B5610-5B60-4EA6-A595-FD4C684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F3328-A3B2-41B1-AF2C-11CE8EB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111545388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E60F7-B87D-4FCF-A590-06AFBEC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765E5-21E6-49D6-91F6-0B633F5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3BA19-F4BD-43E4-9ED7-A61E597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DE0DE-B01A-472A-84D8-3944A13C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プロンプトを保存する時の6項目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766A2-6FE4-4256-87B7-832B5209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コピーして使えるだけでなく、改善できる状態にします。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7954-5491-45ED-9707-25F335C4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DF970-1751-4956-B3D0-398FA70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名称：何に使うか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50B32-817F-4D88-98EC-EFA064D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DB5F2-053C-447D-90B0-41EB5F49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対象：誰が使うか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0B7E3-B4FE-484A-A17E-5C2594D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1B220-CE62-4C76-A687-501DBE8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入力：何を渡すか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CFD3E-AB3A-4166-833D-108EA7B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B1E72-F674-4CC3-AEAA-B2C024B9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出力：何が出るか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3E75B-A776-4A8A-ADB6-090F88B8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03493-B02D-4B87-BAA6-8F953C28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確認：何を見るか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CAAF2-8F5A-402F-B6AF-7FBECD9C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4FC8E-A7B7-40A2-9A56-8057FC5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5095F-4BBE-4D7C-A2D4-226A29F8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35044529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57D0E-3D14-47E8-9D35-AFB7207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4CBD3-60E8-4410-9359-55E9601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A2CCA-8C12-4B9E-942B-3CFD904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C8B56-87DD-44A9-9490-D4F4E5DA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自動化は、工程ごとに小さく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2493-2E33-4CDC-9ADE-83D28869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D2032-3C8C-4FA1-BAC1-A4055976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E68EA-C0DA-424F-8782-E362336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6592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68CBA-158D-47CE-B013-D3DDD72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1BFD3-427E-4135-B3F5-B75FACA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DC631-3093-498B-9C86-0D0966D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80F8C-2A48-4B94-9073-6D8892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ワークフロー：仕事の流れを見える化する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52A43-CAC9-46A0-A413-4D815C3C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ワークフローは、仕事の『駅の順番』です。どの駅をAIに任せるかを決めます。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9C812-F620-4B60-8A61-5864626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CB7FE-43DF-45A1-B3A1-FE177F4A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BCE25-9E77-4FFA-82C4-54C0E98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4040A-6827-4397-9AF4-B25BAC3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4DDAD-B149-4687-B2F4-776020FF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C689D-22CF-4390-A9E5-391A194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A12FE-A29C-48C3-AEB0-B66B7392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3A460-88F7-4D86-BCF2-0EB03DE0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BA598-2A3F-416A-BF49-3AD7E0F1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A66AC-E8A8-42F1-9A1F-227C19B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0D213-2242-4F36-9545-696F538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BB4B9-131F-4D1E-88D8-9B4D2091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A525F-2CCD-4D19-BEAA-B701C71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87A88-05CF-4138-830E-8FC567F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43A83-D681-4CEC-A5D5-2E3421C2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E21E1-A6D6-47D1-B2AF-64919B4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874E6-A118-4954-87DB-AE77B449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DC8B9-C220-42F4-A43B-D28A585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514A2-C1FF-42C4-972E-65EEA15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5A90A-7997-4AC9-A83B-BA97BF7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35031284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47F4A-920D-4A35-9BDC-7FC807E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B0082-D4C4-49C9-8E2C-B59ACDE3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60464-6B2A-4585-97EA-DB05E2B8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A09FA-391D-434F-AB70-63B538F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まずは業務フローを5箱にする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F4BB1-3122-4716-9DE7-D990B18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一つの箱だけAIに任せ、効果を比べる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A1AFA-38C9-418C-AFD4-ACCF843C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57C75-483D-4594-902E-0C518DB2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CB455-73D5-4537-B4E0-C9AFF13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B604-8630-49CF-BE99-BEDD46B7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ADA9B-696D-4F15-964D-979D35D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E95BC-27E9-43BB-9026-F29DA59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3BC78-65C0-48BF-93C9-6E3903B5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75DB7-CABA-4B26-B6D9-F4B5929E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9D43A-4A4B-4A94-B206-BAA94001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7F1F2-F40F-41E9-AED5-F3FC22F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C4115-5B4E-4C85-92BA-617728D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4F3C9-DE67-46A6-B812-CA7120F8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9AD09-C32E-4889-B86A-86B9AFB2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357E8-6DE0-4736-90B7-99E25863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44B63-587F-4E84-A5C2-9E42AB4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73924-3B80-4D9C-B022-56F90F4E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5FE1B-0A32-44BB-A3F2-AE7CFBA8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28A99-BA1F-4FE3-BFE9-B55386DC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DFEC7-7A2C-4321-AFC3-1DC3DEA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承認・送付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90EA1-B12A-44FE-A322-78FDE31D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140583924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4477F-183A-46D9-B543-68C7DD42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9BE5-021E-4A93-961F-7BFD0C3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335AE-7216-4CD1-95B5-B58BB0E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D659-FB18-4F94-8FC4-9AA5260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57CA8-62C3-42E0-B300-951A480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0C0D5-17CA-4383-A498-64E93F7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3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毎朝同じ順番で動くタイマー。決めた条件の時だけ、決めた処理をします。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DC498-C6A6-40F0-8BD8-9205D05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自動化：決まった作業を機械に渡す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03FE-A2B3-4A9B-9F8D-BA2716A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たとえると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人が毎回行う定型作業を、ルールやツールで自動実行することです。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実務例：フォーム受信→担当者へ通知→台帳に記録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F5AB7-835B-4C83-92A7-44A1AA3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27585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CCE5E-0DB7-45D1-BC0D-52FA8BB0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4838D-8028-47E4-BF17-77A133A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A68C9-B829-400D-8C1F-A15DE4D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DEE49-B473-4AA4-9C52-AC7FBB7E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例：問い合わせ対応を半自動化する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B656-AC5A-4CD6-A4E3-D3B4AE8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最初から返信送信まで自動化せず、分類と下書きで止めます。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2187E-085D-4C3B-B6D5-5D9AAE2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D2C77-D5B4-4C07-BF5A-270AED9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受信：フォームから本文を取得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EA560-0F6D-46AF-AC5D-FDD0D048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728E5-F611-4FDB-B7E7-B0CA44F1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整理：カテゴリ・緊急度を抽出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9BEDC-95AF-459F-9BE5-1AB534A3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09DAD-61A0-4DCC-A865-EFEEE76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生成：FAQを根拠に返信案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CA36F-EE45-4C02-9A21-1611352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21F07-D170-465A-AEC1-2E80D40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承認：担当者が確認して送信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3FC81-3207-4BFF-B885-D9F93108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27332-7512-48D0-A166-A9773969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7B785-3C86-4365-83AB-F67E6B9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60789801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33705-B394-4E89-969D-4523D6E9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EF724-C223-4287-9781-B3EB73F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EFC60-1F50-495C-93AD-CD9A029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7DB64-A713-4F6E-909F-1AAFE63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例：会議後の作業を半自動化する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B6C67-AD93-4BE8-A6DB-74BA0B73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人が書いたメモを起点に、抜け漏れを減らします。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F4D03-8F84-4559-B5EC-E402C76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FA67D-485F-4581-AF76-AFDB9B20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メモを共有フォルダに置く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811C6-2AB0-4F89-AAAA-E66F76A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2FED-34DD-4FEB-B626-3E36C8E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AIが決定事項とタスクを抽出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8FE8A-44C3-4502-B787-EAE15711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339F-E19C-4621-8E25-4E77ABE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担当者が確認・修正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3D5F-DC1C-4B5B-B71C-3729DC1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72B3F-32F5-4E53-8884-19F1B5BF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タスク管理表へ登録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A9D2B-9408-4F2A-A7DD-139BEA3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1DE2D-A31D-4EAD-9DE5-6118269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7E1CB-7522-4D7B-9CA3-D4027217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46932967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F9D1E-B307-4AA1-9BB9-F85B8BE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92358-C850-435D-94A6-4C5F0AA2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34B35-C2B0-48F7-9158-00F6A4AF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31D2-FF37-414A-92C1-35EE592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例：提案書の初稿をつくる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AAEDB-94E8-4A0E-B99F-D9C7A808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顧客に出す前の『たたき台』までをAIに任せます。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C6CAF-7423-473C-B8A6-38416AE7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7C97C-5A2E-414B-B78F-7447990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ヒアリングメモを整理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5B380-B0CB-4E59-92FB-2105B58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DC3A0-2F7E-4198-A54B-6091118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課題・提案・期待効果を構成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0B866-A84C-48AC-AFCD-143B09CE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12FF9-B7B9-469A-8D2F-1C27C31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過去事例を候補として提示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CA320-865A-4A80-BD51-02348532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3C59D-7F70-43E0-B290-1D4B77EC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営業が事実と価格を確認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656B6-2056-468C-8C05-5E0868E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3FA8B-4BE5-4A12-8D92-7C8FFBA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A7883-EB05-445D-BE42-AA95A42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84267701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44154-A6C9-4355-AB40-FB3A710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0102C-8432-4B4A-97CB-72862B0E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31c1801d4b8d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A2BEE-84C1-4842-8CAF-2F3CA2F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55EB4-4590-45BE-992E-7340063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FE071-074D-41B0-9F26-A7F8CBBD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9AED9-15CA-4071-A600-B19B4A8B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エージェントを使う判断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36D6A-230D-4BD8-ADDF-2AF481B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複数の手順を毎回つなぐ必要がある時に候補になります。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EF47B-A60F-489E-BA9A-D4448104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手順が決まっている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3B04-7570-42DB-BA54-61BB186C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使う情報源が決まっている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A2857-7885-4724-BF1F-C73F0DC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各段階で確認できる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A2E8A-FE3B-4BCC-AC3F-6C03BD21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14823343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9CECC-863D-4D94-A1C8-D9F3A60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E6C2C-FBDB-4C9D-9960-7F5926B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737E0-4C82-419A-A159-61830DE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エージェント設計キャンバス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06040-75A5-43E6-ACD3-97E1519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任せる前に、担当者に渡す仕事の指示書を書きます。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E8370-80EE-4082-8866-3C37EFE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4BCA7-6DBD-40DB-A2E9-173D391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B40A3-6CF7-4727-9316-C25BB05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0991-31FA-465E-A4F1-F155715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5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開始条件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6450-61EC-4915-BF87-30D1A33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8375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9970F-E832-4C47-8E4C-68592E6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1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8D951-23EF-4FEC-86D9-3C17FE49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3500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68C91-B6E4-4A19-BEFC-0C174607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手順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04474-E73D-4D81-807A-B838D368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68674-24FE-43E0-BE72-13454896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1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人の確認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DD92C-1995-4C62-BAC5-8C881CD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3750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C56C5-E868-4729-8EB4-B88F4A6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6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停止条件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A8556-9E7E-448C-84D8-FF3450C5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68875"/>
            <a:ext cx="6953250" cy="2984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1D1B4-8E0D-44F0-9282-D3632EB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154960161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03E22-8F80-4475-AD6B-2BBA2F3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C717A-E469-45FA-A4B0-73D962C9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6fdce84df4aa0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4DA1A-57C9-4594-B038-5979EF5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1DA3D-A8D3-4278-9BDC-0D820B6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4BBBD-F19D-4823-8795-32EB45B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7C723-D0AC-4814-B44B-15421450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RAGの流れ：探す→根拠にする→答える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B73F0-0A3D-434A-B109-7EAB5EA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検索結果がない時は、回答せず人へ戻す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664F7-D39B-4C30-9620-F9DD11F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質問を受ける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正本を検索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54A56-F15F-48EF-9019-0500D8E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206911917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229B1-C83C-4108-A90F-E39FBBD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6EDD0-348F-4A92-80E7-34F5BA75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27351-B80E-417D-A560-E2712AC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A140-8906-4CE5-96C6-9DEDB637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人の承認ポイントを残す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8AF70-D207-43A0-9037-0A19669B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AIの能力ではなく、業務の責任境界で止める場所を決めます。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64C24-A3EC-4155-8A98-D144E53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BBB02-520F-4567-A755-AE4AC01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外部への送信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C7E98-552E-4248-9609-3102977E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BC534-B830-4B50-A1C6-76A48F3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金額・契約・納期の確定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1400F-22D9-4E7B-A596-12A9D8A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E8C5B-4E61-4563-A02D-FAC5663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個人情報を含む処理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F4AFD-8A9A-4819-9652-A09B5F4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7D25F-792F-4911-9800-966DDEF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例外・クレーム・高緊急度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EC14A-7CA3-48E3-849C-541C5E37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B72E9-A643-49AE-8483-19F1012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ADD73-B7A3-485D-94D5-493B9B4A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33799086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5C31C-95F9-4FB3-A5EE-0036ACC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AFCF7-4FB7-4DC7-A953-8AD8EAC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A5CFE-3225-4172-9286-42107F52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D518D-F5F1-475D-A506-B9682C59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使う人を責めず、仕組みで守る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A328F-0360-465B-8E68-CF56B2F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E2414-E3A4-4A3D-A857-E1CC958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67085"/>
                </a:solidFill>
                <a:latin typeface="Aptos"/>
                <a:ea typeface="Aptos"/>
                <a:cs typeface="Aptos"/>
              </a:rPr>
              <a:t>安全と品質を、仕組みにする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3FEBD-1A51-48EA-9554-3533B06C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61250192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771A8-EABF-47F7-AB5D-C7DC79F1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E895F-93D0-49CF-B252-0F0A18B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6B98B-D23F-4AF6-B6A3-2BE83B6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F20B7-EEA2-4324-8164-13D20E8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情報を4段階に分類する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E6B1-6D5D-4269-85CD-03860C04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入力してよいか迷わないために、会社の情報を扱いやすい箱に分けます。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80E1-871D-456D-ACE9-5DC9083C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F2887-5A33-47CF-A972-D5070B4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公開：Web掲載済み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5519D-B332-405A-B183-7392ED22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AA934-50A4-4D1C-94E7-4A9B36A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社内：社内共有に限定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301D9-5F75-4920-B584-459CB9B4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55129-1A1C-4255-AE34-5747580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機密：契約・顧客・未公開情報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CF098-C4E9-4962-B935-3D3E83A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2EE8C-4337-4EA4-975C-97D0BD0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厳秘：個人情報・認証情報・法務案件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CB6CE-28C2-44EB-8BAE-8EF7F836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ED5BC-0EAD-4CAC-B822-AA54F71A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293A7-15C2-4928-A012-EA279FC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27326527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1B50F-7F4A-4026-8D68-30CBC616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82FC0-EC2C-407C-A0A0-1E49C3F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16FB3-26BD-4FEA-9F48-06C8E9BE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F84E6-2639-41A4-8969-096987F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AIに貼らない情報を決める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D908D-7B00-4821-A99F-5FDCA22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迷ったら匿名化・要約・抜粋に変換します。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C73F4-7B36-400E-AF2B-F585C40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0FDB4-C906-49F8-BC5C-8B2EC27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E3A9F-8B75-4ADC-B180-C481ACC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30ABF-0FA0-443E-9144-49C5F489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06A6B-1F56-4AF3-AA73-253B20B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5195D-82B4-40B2-AF30-7753516F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4C6F2-9AF7-4E11-B80D-8D5CF98F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0A37-5349-49B2-B74F-FCC4F1A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767A4-6C1A-4744-87C6-39A60F9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CC95E-4EA0-46BD-9DA6-12F1506D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8835D-0438-4EE9-BFA3-C3ACFC5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3A052-C6AB-4E8D-9C1A-B551895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38B3D-84F9-4F9B-A7EB-F6F379E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393FF-5D34-43FF-A504-7489CFE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CB454-0DD7-452E-B5B3-492445D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B6934-66A8-48C9-8006-695EAB33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5D594-0B95-4A3C-86CD-5FE56A63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F3CF7-9FB0-4606-9816-E2B1EA0B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E62B-FC19-4198-8615-0B3F2F52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91A5C-0674-4E29-A520-FE9CA36C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57485318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67FD2-5F43-47A4-A416-50FF63D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C025F-7ACE-4919-A6EA-AB8FAB24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9088A-2136-412F-BB23-0499B66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81960-AAFE-4BCE-86A7-7FEBCE5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権限は、必要な人だけに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A46B2-45BF-4B15-AC2D-053045D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AIが見られる資料の範囲は、人間の担当範囲より広くしません。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D1DE6-C1BB-4A00-B3FD-B9644CB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B163B-5768-495B-9DF0-A7F54F20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閲覧できるフォルダを限定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BBCB0-0925-4605-88F3-6C0B364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D1310-3B65-4CC8-81E0-055CB4D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編集・送信権限を分ける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041E0-E6BF-45EF-8128-206C48ED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B5F19-9FAD-476E-818B-7A6DEA2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退職・異動時にアクセスを外す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BBBCB-A8E6-48C2-98A2-8CB2853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E40E1-FA28-449B-A923-A199586D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ログを残せるツールを選ぶ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DAC3-B3F6-4A63-9B9D-70923E9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D02CA-7B89-4A68-9464-B5DF44C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CBC08-92FD-4CBC-A7C0-30AC372A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412289665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F5DDC-E49A-4F94-B5E3-976D446D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B2C3D-415C-4A71-AA80-C2AD4F4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2CBC8-DB68-4D7C-B0F7-1BF7E44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55503-C7EC-46C0-959F-B55C787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AIが作ったものは、表示で区別する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03B62-18FD-4FE9-858B-D99C5ADB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下書きと承認済みを混ぜないだけで、誤送信を減らせます。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C7AA1-412E-48F7-B461-3079C8F0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9E9CA-C362-4263-A279-50E171F4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AI下書き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9B8D4-FDBD-4005-B946-4BD793A7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FC132-DE2B-41BB-86E9-1E458169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人が確認済み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61F44-301A-4FAC-BF4A-09CDDAA4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48DB6-2CB0-449B-9888-B155B18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外部送信済み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99D8A-85B0-48CD-8D6D-7274E8A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D8717-76A6-4BFC-9D75-0CA97150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根拠未確認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D3B93-8984-43AB-8863-9633334E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CF032-6A13-4330-9787-A95DD7D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EDE1C-54F0-4484-80EF-1DDA7E5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86621547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88753-DA1B-417E-A919-CD11579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3ED8-A12C-4885-B85B-BA1C3E3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A4215-8E1E-4070-9A2A-3003B77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A18CC-C99A-40E9-9BFF-41CABA2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事実確認の3点セット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B7FC-8B94-4AA2-8B24-EA0E916D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重要な出力は、原典・計算・責任者で確認します。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B1CF-8D78-4610-87E8-A58085A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61C31-8C65-4459-B3F4-75637B0E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原典：どこに書いてあるか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63FDA-8035-42E1-B2C9-1DA7991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CCCEA-F1F8-4C98-AAAD-1379E53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計算：数字を再計算したか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006EA-A19B-424C-8359-31BC5A9B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2BF0F-53FC-438F-AA0D-BD4DF7D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責任者：誰が公開を承認するか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CAD94-5514-4500-A872-0542745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8ED7C-BF05-43DF-86E8-EC5FF56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ACA5D-421B-4DB4-A97C-CD4D685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50113069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E18BB-2B7E-4A1F-92D0-162D423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FE927-6CF1-4C67-9E41-A9D02C52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93D59-F207-42F9-ADFC-52872B8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26455-5B6A-496B-A9F7-5CED1FA9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評価用の10件を先に用意する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E4C8-7CE9-4A47-A5D6-22AB5A13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AIを使う前に、過去の代表的なケースを10件選び、同じ条件で比較します。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F8001-1709-4C0F-AD4E-5CAAAED7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DB6F9-4C09-453F-B7E1-5BFF87F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簡単なケース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C1230-6EF9-49E0-BFB8-5E839275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AE2C6-B4EB-4E8A-8DD3-6AEBC48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よくあるケース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F49B5-C1C7-416F-AF6E-DDB25F2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55FBF-41E7-4393-BC47-D147161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例外ケース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CC846-805C-40C9-970D-66362DC7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70F65-1DBD-4FBF-AE27-D9D78CA8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失敗すると困るケース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1DAFF-E46B-4C55-9ACE-A7FD32E6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86BF5-FEDA-4487-9351-E1FC3D5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1716A-BAAC-42F0-8852-715D6B5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62970027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7C462-60D6-4356-B83B-2D84BEB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21C16-5518-49A1-9A39-F1D85430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56AEC-D8FF-4CC9-AB49-EFE25794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C46E-BE6A-4F44-89B0-EB867D2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レッドチーム：わざと弱点を探す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66B37-89BC-4675-9AF7-662F8462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レッドチームは、攻撃者役で『どう壊れるか』を試す確認です。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41859-BFD9-49A6-8964-2495940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A1BC8-718C-4A61-9A08-236F012C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3881D-053D-4861-AADE-1B03CF3E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C0CCA-D580-4627-8607-98F23D2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F3025-F814-4938-BA77-46123772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59FA5-756A-48BE-8770-0A3A1201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02A5D-B25F-42F4-8E89-8B7E145D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DDD99-AEF8-42AE-AC39-C2448576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CC9AE-6542-47E7-A7F3-69916D8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1B5A7-969B-42D1-B411-02425F0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1ACF6-E6A7-4185-B54E-D11633A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20793-1DA9-419D-BD85-F0529C4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4AAB6-DE6B-4AF6-9E81-E911081B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4C605-EF4F-4955-B67C-EC42A387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50B5B-694F-43F5-B8B8-A0E19A4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94CBE-3E5F-47CF-A6B0-B2F592A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73B0D-6AF2-40D5-B94A-A478047F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2C449-2A20-4688-92AF-A4C1957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57E90-B048-4A15-9D34-6D251EC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415F9-988B-4B5B-B47B-4C673C3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82124750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1F105-63A2-4FCC-A1DB-58E6DD8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8A90-BD22-4A44-9399-41083CD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DCA3-7D1A-446B-A2D8-B575A97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65A0-5949-4CFD-9F84-0331EAD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事故が起きた時の4手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6ED46-61D7-4FCB-A9A4-20281AF7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隠さず、止めて、範囲を確認し、再発防止を残します。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A4E6-01E5-481A-8E29-983F9E5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2C7EB-B4AA-4EB2-AFD8-8C4DB0A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停止：自動処理を止める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92FAE-E50A-4429-B37D-454137A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4D946-6504-44D7-8649-64D785A5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保全：入力・出力・ログを保存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2F4E-0B99-4461-A48D-FDD7B421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76850-0E87-4AAB-AD58-10685EF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報告：責任者へ事実を伝える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83544-2BBA-4CAB-BE83-0F83697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01701-001D-4FD1-88B0-BC66EA6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改善：原因と再開条件を決める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65605-C695-4B43-BFB0-65EF187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544F3-DDFC-4DFA-BB1E-EC55A68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27002-6F7D-464E-A75C-334FE702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209835989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7A2D8-9A38-4673-880B-BBB91C04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3F2BE-1633-434B-A862-72B52D96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12FA1-6939-4489-905C-2F01C1D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社内AI利用ルールの最小版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E4F06-D53F-45E3-9B41-F265FCFD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この5行を社内の共有場所に置き、使いながら更新します。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4F54-747C-4999-B57D-05B67EF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01618-56AE-4785-A7F0-E3402A6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使ってよいツール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A306-397B-4782-9178-D056B2E0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BDF23-0796-4A5E-8351-7A1AE9B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入力してよい情報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9A94B-0A87-48DB-AEA2-CB53A04E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CBF04-AD36-44BA-B7A4-427C1AA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必ず人が確認する内容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85646-8066-48F7-8A0A-C571E77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959A-A916-4FE5-A42F-87D3171A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問題時の連絡先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BD8D7-52C4-446A-967F-C4C115E5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DB1F3-FD98-4A0E-8003-0E8758D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最終更新日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53E75-27CF-435F-B7B7-DBDAA31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2CEFC-340A-46D4-B058-FEA1DC2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95317399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4E143-3058-4BF4-A5B5-959D923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7F7C-B48D-49B6-B0F0-7C716A0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D4A3A-8B60-4E53-B2A9-0B8E6374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月1回の運用点検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3DEF-8F62-4173-B200-1BA5A8A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導入後は、使われているか・安全か・役立っているかを点検します。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7792-2DD1-4E83-BA92-CEE65A7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1A6EF-F9FB-4295-90E8-5EB903A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B5921-C3CC-4CFB-9536-30FE08E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47DE4-328F-4DDE-B191-137987D2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DAE14-50B0-4682-BADE-AD197B6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3B1E2-AD4C-4F39-ADEC-EEF6F41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ECB67-3BCE-4ADA-AAD3-ED632EB8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A38AC-B2DE-433A-B6EE-B120710E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7D254-7AB2-432B-A13E-E47C119B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79E24-B14B-4C39-B3E6-0A8B25F8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3B484-2A94-44F1-845A-336F0018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A8D3F-B8C7-4192-887A-B98122C7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3EFBF-2405-4163-A9D6-4D23603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634C9-CC06-4769-9040-ACAC106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676953562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D7E9D-37B0-4233-9EF9-3EB3C30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71B50-AC7A-4768-83E9-049002AB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089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BE50E-049B-4B05-BFE7-A1D2033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61D97-E084-4F09-95C4-9D099828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30・60・90日で、導入を定着させる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62BFD-BBCD-4F0C-B9D0-FBC5B98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DEC07-D299-460F-96FE-D2B3D32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18367-8126-4021-9087-50375F6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182865253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E6E86-5C20-4CDF-AC57-30EEB25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E39EF-22DB-40C8-804F-5F732DE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AE5C0-1347-49E5-A5AD-FCE42855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最初の30日：1業務を安全に回す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347FE-0ED4-47B6-BED0-BBF6EF9A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目標は『全社導入』ではなく、『再現できる成功例1つ』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4BC43-EF1A-4D7D-8284-E7C6EE1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EFF74-B672-4BBB-AE3B-B4EFF245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DE7B3-AD49-4231-A12E-92CD1C8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AE13D-A245-46AF-BE8B-F334947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8A12-89C8-4232-A308-9EC567D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5F271-DA52-403E-B821-4C44644C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A4115-6C7D-452E-831B-846374A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FCC20-8C5D-4812-A335-832E4713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E9031-BD71-45B4-AA95-1F40198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25801-3303-49AB-A8D1-6399948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DF0DF-635A-4734-8F9B-9B794F5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9FC00-B376-4BBC-A0BF-F6532C9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BC1CB-0650-4A1B-8CCE-E2CC46C7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568CF-B754-46FA-AB9F-18966A98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147069366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69651-08E1-4DA1-911E-715C3A2C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CA8DF-F65D-4A8E-A753-D4A92F7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B21D7-E69E-4A10-BFE7-8FEDD29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1週目：現状を測り、対象を決める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09D65-B396-4A66-AEF7-33DE1CF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Beforeを測らないと、AI導入後の変化を説明できません。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59C7-C9E8-4AFB-9807-EFBE69B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2A5D9-B900-4742-8FDA-D2431D52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9949F-097E-464B-ABB0-E4F204E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71CD5-16BB-469D-ADF9-925145CA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E5A30-E05D-441B-9BEA-A46D215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2B66D-5D67-4899-9B17-79D6C27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EAEA1-35F6-4024-AE5F-BD5195A8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72BD-76D2-4C2D-8D7E-A1B53EB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AC5C3-EAAC-4603-B422-DBC63F4E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95D9E-6546-4DCD-B1E0-27CE8BE8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060A0-CF7B-4907-B7A8-66D9ADC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8D186-2EA9-4E0C-BBB7-8267D168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CEA5A-963F-4289-B033-8FC40E62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AF0E1-7773-4A80-BF00-14ABF83E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2127064458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7EAC0-911B-4A3A-B020-1D925BD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917E-CD79-412F-AE9C-4A6E3D2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EC43-D46B-485A-A433-C44D17F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2週目：手順とプロンプトを作る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49C48-4AB2-44DE-BAC0-94E01053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担当者の頭の中を、1枚の標準作業書にします。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7752-779F-4F7D-A7E4-63057E3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1474A-4B0A-4507-A902-8E05E71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6ABA8-0151-4BFB-A078-34E7C064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2AAD8-E7E2-44B5-804A-CFADFEB6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F111C-F0AC-4447-8F1E-EE6554D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71E68-353E-455E-9B1D-7CCB400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FE7E7-AADE-4E9B-AC5F-52749D8B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FA09B-2172-465F-B108-FED767F8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EF095-C865-4BFB-B0F0-1192A526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20ECD-D77B-489B-A15F-19F2A50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52001-81F9-457A-9F54-3041CBF3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581DF-C7CB-4CB1-818E-7BF2D8F9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3FED6-5E45-40FE-9FD2-3D707C37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022EA-0A12-43C3-B9F8-DB61CEC1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171463337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320FA-6E75-4B0D-8826-6161312F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74F61-B853-4657-AC7F-0DFB0A1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A3DA-AE61-4807-965E-2C5DD520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3週目：10件で、同じ条件を試す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7F776-39BB-47D5-9143-A1C4FD8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都合のよい1件ではなく、代表ケースをまとめて確認します。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30DC6-1132-4E8F-8B62-C4CB271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03478-2558-4DE5-8E0C-4F04D45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BB1E-91A0-4F86-9D32-E9C2A49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9AB7F-917E-43F5-917F-2F431A8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F4B1A-386E-402F-9137-2A11325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22B47-2F20-45BA-B471-C6AB5727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E6A44-0031-440F-A930-2900126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613D5-5E9A-4DCC-80C6-E0F2CEE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DF49D-1D11-46E7-891B-923C8A0E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9EBA1-2643-4D4A-A265-40457332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E0EB8-9C0B-44B5-AD0D-61F734D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19821-73E7-4367-BA5E-05CC742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70E58-A610-4C01-AC1E-FF0FA22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4F7F4-8209-4470-AFC2-36F51DDF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8800415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1663C-5BFF-457A-AC96-2C84FBC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9E8B3-D793-40B7-9BEC-4D177FBD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EC344-AE4E-4D7F-BFCE-85F3345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4週目：人の確認つきで運用する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245F9-DBF1-4CB2-BDA1-6B51A9BA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自動送信ではなく、確認を含む業務として始めます。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44317-FE59-42BA-934A-64B9570B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6E14A-1DCF-482D-B357-E0C82FB3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F4B46-91FC-4D9B-A773-8D14FA6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F034E-4274-432B-9EF9-7D596D99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63ACA-FF28-4940-8CA2-5FD958EA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1458B-2A35-4333-B75F-2A348A6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6948A-C556-4630-8F39-6E2093C9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72A01-F0C8-4880-B068-35815BEF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96B1-A9E6-489C-B8D7-F770A32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DFC2F-F1DF-48DD-90D7-3108AA68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66034-AB38-4174-A99C-60EAF0E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0E47D-AA2D-4695-ACD6-BE3BD10B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BC597-456D-4E56-9D11-16A6006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6BCD0-4BD3-4B62-B264-D072D00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72929294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36935-52DC-4638-A99D-1E4C39D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27665-0DDD-4AB7-ADB3-563034A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E211A-1153-4FFE-B9BC-8791EC47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60日目：隣の業務へ広げる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B4B4D-9048-446A-AD6B-571E028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最初の成功例をコピーし、似ている工程へ展開します。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D6E67-52DA-4A4A-9CBB-EC323DE1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8910F-0F71-4166-BDB5-FD8621E1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B0C86-91D1-489E-965B-76B6BD72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0CFE9-FE6B-4334-AE14-B22271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5AB2E-A682-415A-B768-92406A95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AAC6B-BC36-45AB-9CA2-060E9F47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F26DF-4897-412B-916E-0D46B20B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99C5C-72D4-4785-A5BB-73DF5E8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6F3FC-A6AE-461E-BD3D-5CF4A60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0303A-A3E5-4B94-9844-A13C831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342F0-E0CE-46A2-BCE8-33A6AAA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C2615-8464-403B-A285-432CA820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8BF4D-EC69-4F10-8E3F-65B5F34B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8B262-8DF4-4BA8-9C6C-EB1A508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113678485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CB990-3247-4DAA-956E-8D5C45A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98690-C706-47EF-B5BA-528E6F5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83140-E935-4B5A-A2D9-DFD65B4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90日目：会社の仕組みにする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2299C-031F-4709-9B4E-8260BBEC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使う・測る・直すが、特別なプロジェクトでなく日常になる状態です。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F88D1-BE7C-4C70-8513-BA11583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9E56C-FD2E-41ED-BC55-7248F0F6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9EE4D-EA05-441B-9F7C-691074B9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301B3-FD2F-4C7C-AA8D-68C5884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CC8BC-2E3C-411E-B4D0-70C3DE8D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F393E-4254-46CF-833E-66D828F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C081-A252-4ED7-B94C-23F44E0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7C2B8-9C59-41E0-AC98-44CB43CB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7FE68-007B-44D7-B18B-5AA002A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5555B-F0E2-48C7-AE5D-FE3A8F7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試す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8C541-ED39-4E8F-95B7-1C8FAA5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290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C226-86C3-473B-B9A8-5221911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619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467E3-B43A-4619-95AA-64F7BE3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05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0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6E6C2-4756-4B98-B3B6-693BE6F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小さな成功例を、証拠つきで横へ広げる</a:t>
            </a:r>
          </a:p>
        </p:txBody>
      </p:sp>
    </p:spTree>
    <p:extLst>
      <p:ext uri="{BB962C8B-B14F-4D97-AF65-F5344CB8AC3E}">
        <p14:creationId xmlns:p14="http://schemas.microsoft.com/office/powerpoint/2010/main" val="106617847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9A7D6-4BDB-4C6D-8430-3D6C43C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AAF95-7248-4209-8E8D-6D6055C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4B997-F36E-4050-AD1F-72CAFB60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4A1B6-CF72-443D-88A2-52A5A834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役割別の始め方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5BB4E-7A71-4B23-AB75-7DB95C0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同じAIでも、職種ごとに最初の1業務は違います。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C2FC8-567C-4E54-812F-0E38349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0E3B1-1648-4A5A-9F5F-AD051F84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営業：商談後の要点と次アクション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430DD-5853-44AF-BB28-33B2D5FD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88EF5-9C93-4EEF-BAE7-C95B24F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管理：請求・申請の抜け漏れ確認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55620-F12A-45D2-A94D-DED43840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4A518-E085-46D5-944D-93C0FC9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採用：求人票と候補者情報の整理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08C99-3D1B-4A59-91D8-AFC86F04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1B69F-7B23-4C77-B8FC-B3FEFDAD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経営：会議前の論点整理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C713E-289D-4251-92CC-FC488121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A02BF-EC38-4D96-947F-DF3ED03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684CB-87A1-4EE3-97A1-411F1FB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43662984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D7BB4-CDD0-4CA9-BCF5-5051C3D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5D92E-5977-4772-A302-5BD0BD2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098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3914B-F146-4942-A719-E51BA2F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8F4DF-C21F-4B80-9D55-DB036192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30分の社内トレーニング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A0545-80E7-47FA-B126-8118E42B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説明会ではなく、実際の仕事を1つ完成させます。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DBAA2-2484-4953-9146-E9C54336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0AFA2-0AD5-4F24-90FB-C01DF830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5分：前提と安全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ED85E-47C1-4308-A6BA-E7A4570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D016-5069-4567-9050-7B7BC0F8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10分：テンプレ入力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E4FE6-354C-4872-9A39-EA7924D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576D2-DED0-47BF-B82F-60EA689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10分：出力確認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DCE9D-4A15-403B-A5B1-E786870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B6CF9-2A66-4749-B196-4611441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5分：保存・次回の改善点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F3033-3711-4D91-B8CD-F587015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D7670-8F61-48E4-9663-8F3EAD58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83E83-F3AE-44AE-9C7E-90C6FB86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83823429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E907F-40BC-4EE8-A481-FD978D0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9E376-FD25-4463-85B6-B85F820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01646-F601-4EED-91D8-71D70192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導入スコアカード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FB1C6-551B-45E4-A185-1775261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毎週、5点満点で同じ項目をつけます。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3303E-7B1B-4F4B-96B8-2773354A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3694-DECE-4D96-83B1-DD7AF8AD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時間短縮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4B59-FF8E-4D90-A66B-7C5D536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DA517-56B6-4579-9F20-335DFE26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品質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97F3-0F5F-4D65-B7EC-7182DE0D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D413-24B0-4B5A-952A-E42A2A7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利用継続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E18AF-67CB-4A23-A0C6-47EBD3C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F17BC-0101-4AB2-A830-9F651BB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安心して使える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D977A-BAA1-4A8C-8F7B-C9724A6C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00466-9DF0-484B-AB10-EFF2B84B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仕組みに残った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4EB55-25E8-466E-ADC6-C57C810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0F3D0-DD8D-4570-895B-B91C1B6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147843723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325EA-DA6E-45FA-8EB7-F15EE570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E094A-DD77-411E-9B77-0DF26C4E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5AE22-2E49-4528-B44E-D38A6203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3DBB9-8EFB-4D78-98ED-4D1C93F4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経営会議には、数字より判断を持ち込む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02D13-6BC6-4FF5-AEDE-A8EF24FE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290A7"/>
                </a:solidFill>
                <a:latin typeface="Aptos"/>
                <a:ea typeface="Aptos"/>
                <a:cs typeface="Aptos"/>
              </a:rPr>
              <a:t>『AIを使った』ではなく、『何が変わり、次に何を決めたいか』を共有します。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7E6E5-EBE3-4316-B0EB-0987A181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82861-DAC7-4FF1-94FB-31E22417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A8276-AE0B-4EE3-8AED-2E3804ED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880A0-5F61-47D4-AC2E-C9C48CAA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F30ED-ABED-4783-8B7E-6BF5BE7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359A9-E4E8-4E7B-8DB6-F96BE753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7F5B4-9F67-48F1-B306-24C000F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83060-CE80-4953-99E4-6D45E786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E0A3A-D6AA-4159-BAEA-3E484AFB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17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DFF84-D51A-441A-A5B2-26D1832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FF4EF-D601-4BD2-A505-BC99F2DA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BEBB4-D599-4ABB-AE5C-AD51177B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8A20-15F6-441B-8D4A-D60FAE4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392430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76B66-E4C5-412D-BC48-D181C774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0D13E-850D-4670-921E-36CA357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23618-EB39-455C-A79F-9B59FE6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6C8E-9932-4D7A-B7DB-06D572AC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333750"/>
            <a:ext cx="19964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F9B13-4335-4967-AC47-CFFB424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05200"/>
            <a:ext cx="1653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3C6F3-D5AB-4C97-9F45-6DCDF72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943350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0591A-1414-4C86-A0EA-D2038415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工程を分けると、AIに任せる場所と人が確認する場所が見える</a:t>
            </a:r>
          </a:p>
        </p:txBody>
      </p:sp>
    </p:spTree>
    <p:extLst>
      <p:ext uri="{BB962C8B-B14F-4D97-AF65-F5344CB8AC3E}">
        <p14:creationId xmlns:p14="http://schemas.microsoft.com/office/powerpoint/2010/main" val="58938843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8B333-6FAE-4372-A3B5-F0C2553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E664A-4199-4376-A00C-82F3811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EE17-186A-4435-9821-4F61ACD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40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140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2E440-BD9C-4B72-A330-8514EA05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14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今日から動く、最後の10枚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1B5F-726E-4676-A4E2-8E7A766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B6CB6-399B-4179-A68D-F836B42D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290A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D8564-F62F-49B4-A8C4-31D83C6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この章で、次の一手を決める</a:t>
            </a:r>
          </a:p>
        </p:txBody>
      </p:sp>
    </p:spTree>
    <p:extLst>
      <p:ext uri="{BB962C8B-B14F-4D97-AF65-F5344CB8AC3E}">
        <p14:creationId xmlns:p14="http://schemas.microsoft.com/office/powerpoint/2010/main" val="86353422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1F4E9-8870-42EB-9AEB-0A3580B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16AAD-4665-4160-B5EB-D37495AE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884B5-53AB-4C1A-9C44-24C44A20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83ECA-25BA-4B51-8A11-8B6DDFB0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最初の1時間でやること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9BB31-257E-4097-9E84-9F16A96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大きな計画ではなく、1業務の候補とBeforeの数字を残します。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FB13B-0C6B-4F67-9FBE-C86EAA6B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F6587-029A-4E9D-BD78-464590D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困っている作業を3つ書く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86931-38BE-4EE3-B7E0-FF14B4B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DE969-8B1C-4714-9FC8-D18B845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週に何回あるか書く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F78F7-3EA3-4774-A2A5-89B68DD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3FF4A-80BF-4018-979F-1836D09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1件の所要時間を測る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3B870-4886-4963-9A17-F63750CA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F904C-3BA4-4643-B229-4341BB8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一番安全な候補に丸をつける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C8E04-7DF3-4A70-B22D-4DC0468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185B0-38AC-4D91-A25E-05708162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70E04-822F-493F-AC29-1A1ABB9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121486071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47CB6-8032-4A24-AF1C-FD45045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4B82C-6467-4ADE-BA82-88C543A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EE40A-ABA9-4408-B14F-62F933E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現状を1枚で書く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4F5D-4007-43E8-89F5-7BE8D5B6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次の5つを、あなたの業務で埋めます。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DA752-303F-4889-8177-AA1BE9D8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A03B1-22CB-44F1-AEEC-E578AE9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今の困りごと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F3F-A22B-4730-946E-3445957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02F46-85BC-481E-B5EF-94124A3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誰が困っているか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B35B2-3936-494A-893B-E6E9E55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33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2BE31-7891-4B1C-82CC-0E4C8C3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何を入力するか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42D1B-227E-4C68-83B9-972492D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D2CD4-9D4C-437D-B960-9C11250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何が出れば助かるか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5CA1E-08DC-46B6-8A33-5191E826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6D331-0871-45D8-B779-46B122C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誰が確認するか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852F1-EB8A-46D0-92E0-D51BD83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953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FC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33185-7B0C-48BB-8550-79F030A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書く → 使う → 測る → 直す</a:t>
            </a:r>
          </a:p>
        </p:txBody>
      </p:sp>
    </p:spTree>
    <p:extLst>
      <p:ext uri="{BB962C8B-B14F-4D97-AF65-F5344CB8AC3E}">
        <p14:creationId xmlns:p14="http://schemas.microsoft.com/office/powerpoint/2010/main" val="21088535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AFF39-CABF-4BD1-9750-E93E053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7B0D5-EB0A-404B-A2A4-D4B6A68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13E5B-5104-4EA3-8746-E172D27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2F46F-A8DD-4BB3-B4D3-8AC70931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最初の1業務を決める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F59B5-035C-4635-B3C9-2C978C6D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68267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繰り返しがある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人が確認できる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• 失敗しても戻せる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B050C-60DA-41F2-83D2-DD44243E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23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2744"/>
          </a:solidFill>
          <a:ln xmlns:a="http://schemas.openxmlformats.org/drawingml/2006/main" w="9525">
            <a:solidFill>
              <a:srgbClr val="1938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B94D8-0AD8-4A65-BACB-192FA521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9FBFF"/>
                </a:solidFill>
                <a:latin typeface="Aptos"/>
                <a:ea typeface="Aptos"/>
                <a:cs typeface="Aptos"/>
              </a:rPr>
              <a:t>この3条件を満たすものを選びます。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1E2CA-8DC9-4CA6-9439-2F8E47C3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3E9F8-78FD-4807-9EE0-F9D0E8E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F6BB5-65F5-45B7-9EBB-529CE52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43337004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6236C-0C94-43EE-98FA-7770FDDF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72AE5-12A6-43FA-8FD4-6532B2B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B0AB3-563E-4613-B9BC-279EA0FF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COPY / ADAPT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CC32E-D645-417B-885F-324A043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最初に使うプロンプト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6B470-686F-40AA-BB33-CDBBAEA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まずは回答を求めるのではなく、仕事の整理を求めます。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0DFB-7EF9-4AC9-A4D6-76828BD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143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81426"/>
          </a:solidFill>
          <a:ln xmlns:a="http://schemas.openxmlformats.org/drawingml/2006/main" w="19050">
            <a:solidFill>
              <a:srgbClr val="E5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CEB76-8BE5-4DB0-BB87-D7698245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614D1-9E20-4CCB-879A-BB6CCAAB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28380-BD93-4526-85D0-8F28B574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あなたは業務改善の伴走者です。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以下の作業を、入力→手順→判断→出力→確認に分解してください。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AIに任せてよい工程、人が担う工程、注意すべき情報を分けてください。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最後に、明日試せる最小の実験を1つ提案してください。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[作業の説明]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C5389-3E2D-44A8-94E2-C28D847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DE820-E7AB-4E7A-9E5C-F524C890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入力欄は [ ] のまま残し、チームのテンプレにする</a:t>
            </a:r>
          </a:p>
        </p:txBody>
      </p:sp>
    </p:spTree>
    <p:extLst>
      <p:ext uri="{BB962C8B-B14F-4D97-AF65-F5344CB8AC3E}">
        <p14:creationId xmlns:p14="http://schemas.microsoft.com/office/powerpoint/2010/main" val="3537131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28786-B8F2-46D1-82A1-5E8B1F95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62616-D1AE-4013-B214-530754D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287c8a9c34d01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C6419-458D-42EF-AEE6-F635FF6A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A89F3-AE47-4D7D-80BB-FCE1C84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C1C6-3BC1-4633-8D65-248E745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たとえると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E9645-5FB0-4597-84D4-49C6F6BB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出力を、Beforeと比べる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20F1F-8627-463E-BC85-E362E2C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『良さそう』ではなく、同じ仕事を同じ条件で比べます。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8508E-3D8F-408A-9F1E-171F4EC8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01  時間は短くなったか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D02EA-25A5-4432-8AEF-474D1BC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02  修正は減ったか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56F5A-98B5-4D44-AE28-61ACCEA1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03  抜け漏れは増えていないか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2A4B2-CF69-4CD4-A577-9811E2E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85355082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89868-CEB1-442B-A137-32CE4B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690A3-707B-4FF9-AF6F-324D6D1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D3486-E577-4F48-88E3-ED56DA0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A4066-EC51-4BFC-B265-0656DEF4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使ったら、必ず資産として保存する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DAAE-2073-4176-AF21-9AF8ED8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チャット履歴だけに置かず、次の人が使える形に整えます。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3A842-3968-46E6-A931-870A4FC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A09F-61C9-49A9-8E0F-1F6627D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プロンプト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ECFFA-90CD-4D24-A082-1FDB054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A474-2408-4C75-83D9-BC201EAE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A1163-D2A4-4884-B56E-A5100927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95B14-A6C7-48A3-BF62-2317D3F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21E15-1E8C-4730-AC0E-E6BAE5A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0837B-8DBA-4E1C-8401-ECCBEF2D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確認リスト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E6EC2-7F70-434C-A8C2-425750D2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E4695-10E1-4122-B2D5-4DAE5F6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改善メモ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ACFC8-92C5-4ECC-87F9-0069119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F7844-10E2-4128-B2E9-365D0CB0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46F6E-12A8-4BA2-AC68-92079307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75502720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EDF46-E684-48DF-9263-9248DB4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64D56-623E-4C43-AA22-E2BC959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89DB0-4CF4-41F0-A821-645B0666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AD4F8-F6EA-4859-8105-DFCEB8A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この資料だけで、ここまで自走できる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9EB76-CDED-432D-A2A8-BF240FA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51201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最初の1業務を選ぶ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安全な範囲で試す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プロンプトと手順を作る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30日で効果を測る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4EEAC-5DB5-4314-9971-DC697E2D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A0ACE-552B-4826-965C-2896305D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複数部署をまたぐ設計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7017-59F9-4F19-83E5-33EA6DF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0A03F-CB7B-49A0-AE34-2DE2F54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データ・権限・連携の整理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AB150-FF31-4C05-9688-F66E5F0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C15E3-D077-429C-A2D1-71289CF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経営会議への説明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B9212-8BAA-4D5A-B582-5B10F76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9C6A8-3652-4FF0-AA2F-0883F54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定着と次の優先順位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71062-ED25-46E7-8DEB-0CADE9B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8B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3F531-E710-426F-973F-CC80C11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DBC17-7DAD-46FA-9125-E17C4A2B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F68B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8B6A"/>
                </a:solidFill>
                <a:latin typeface="Aptos"/>
                <a:ea typeface="Aptos"/>
                <a:cs typeface="Aptos"/>
              </a:rPr>
              <a:t>まず、ここを決める</a:t>
            </a:r>
          </a:p>
        </p:txBody>
      </p:sp>
    </p:spTree>
    <p:extLst>
      <p:ext uri="{BB962C8B-B14F-4D97-AF65-F5344CB8AC3E}">
        <p14:creationId xmlns:p14="http://schemas.microsoft.com/office/powerpoint/2010/main" val="216820500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BC911-62D8-4217-B3BA-2142D1A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1CFFC-4F1E-4658-AAD2-7AAF1AC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C1733-8FF0-4AF7-8D4A-94BC89E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C151A-F226-4A43-8C1A-4E6F5B76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無料顧問1回分で扱うこと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1E8E1-0F3D-40AE-9AB6-90B5B1B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290A7"/>
                </a:solidFill>
                <a:latin typeface="Aptos"/>
                <a:ea typeface="Aptos"/>
                <a:cs typeface="Aptos"/>
              </a:rPr>
              <a:t>無料相談ではなく、今回の面談を『無料顧問1回分』として、あなたの業務に合わせて具体化します。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E087C-916D-4660-9120-60457AC4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11D2C-8448-47A7-A54A-94C12CB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最初の1業務を一緒に選ぶ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8EFEA-DB33-4887-9DCE-C337A0B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BF0EF-8784-42F3-AABF-1E504DD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入力してよい情報を整理する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C4E5B-F69B-4BED-8895-9BF4F2E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FD4B3-BC67-4A04-96F7-BBB56AF7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その場でテンプレを自社向けに直す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CE1C1-8016-4B89-A1DF-29EB52A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5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927CB-C468-40AB-9CE6-E826F5C6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次の30日の実行順を決める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02AC9-CAE8-443A-A710-E66E3D54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8A710-238F-42E0-8299-3A3C8A8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34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C892C-69B3-4752-A191-841C79F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現場の問い</a:t>
            </a:r>
          </a:p>
        </p:txBody>
      </p:sp>
    </p:spTree>
    <p:extLst>
      <p:ext uri="{BB962C8B-B14F-4D97-AF65-F5344CB8AC3E}">
        <p14:creationId xmlns:p14="http://schemas.microsoft.com/office/powerpoint/2010/main" val="1549692271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F7B49-52EB-4CF9-9916-642C9A5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84909-F4C9-4ECD-8E64-7D65435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49f4c0ccb4d45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733A8-6C57-4531-A88A-2D40018E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CFD96-EEB5-43F1-8740-120755A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AI顧問室から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88248-A1E9-4DDB-9F88-B594595D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AI活用10大特典を、面談後にお送りします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DA227-FF8E-4585-8245-1A059BE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290A7"/>
                </a:solidFill>
                <a:latin typeface="Aptos"/>
                <a:ea typeface="Aptos"/>
                <a:cs typeface="Aptos"/>
              </a:rPr>
              <a:t>面談後、今日の話に合わせて、実務で使える教材とテンプレを送付します。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05F77-E5DA-4F39-8F6C-256327F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41811-C076-4A11-AA32-E2CA0E4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無料顧問1回分を申し込む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86FD8-967A-4E85-952C-35DB8BEA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面談後、あなたの業務に合わせて送付</a:t>
            </a:r>
          </a:p>
        </p:txBody>
      </p:sp>
    </p:spTree>
    <p:extLst>
      <p:ext uri="{BB962C8B-B14F-4D97-AF65-F5344CB8AC3E}">
        <p14:creationId xmlns:p14="http://schemas.microsoft.com/office/powerpoint/2010/main" val="105808022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E7F8-697F-406C-99A1-FAFE4B56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13E56-B757-43BB-82F1-80EF0C4C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290A7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891ec45eb43ff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2A52E-16D5-4C72-873E-879EE0F8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4170C-F4C7-49EE-B456-960461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E5B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B84B"/>
                </a:solidFill>
                <a:latin typeface="Aptos"/>
                <a:ea typeface="Aptos"/>
                <a:cs typeface="Aptos"/>
              </a:rPr>
              <a:t>AI顧問室から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F9035-A6AE-4EF9-AE7F-A391DC26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2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まずは、無料顧問1回分を使ってください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24A1A-64CB-4283-A587-78146B8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8290A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290A7"/>
                </a:solidFill>
                <a:latin typeface="Aptos"/>
                <a:ea typeface="Aptos"/>
                <a:cs typeface="Aptos"/>
              </a:rPr>
              <a:t>AIを試す前に、どの仕事から始めるかを一緒に決める。面談後に、今回の内容に合わせた10大特典をお送りします。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03516-8D57-42D5-A0F5-07166CE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41D07-AD11-4D14-BE5E-BF60F69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無料顧問1回分を申し込む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2D20D-A27E-421D-9C6C-D24C4FBC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75D7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D7C7"/>
                </a:solidFill>
                <a:latin typeface="Aptos"/>
                <a:ea typeface="Aptos"/>
                <a:cs typeface="Aptos"/>
              </a:rPr>
              <a:t>面談後、あなたの業務に合わせて送付</a:t>
            </a:r>
          </a:p>
        </p:txBody>
      </p:sp>
    </p:spTree>
    <p:extLst>
      <p:ext uri="{BB962C8B-B14F-4D97-AF65-F5344CB8AC3E}">
        <p14:creationId xmlns:p14="http://schemas.microsoft.com/office/powerpoint/2010/main" val="42479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2026-07-26T13:21:50.7740000Z</dcterms:created>
  <dcterms:modified xsi:type="dcterms:W3CDTF">2026-07-26T13:21:50.7740000Z</dcterms:modified>
</coreProperties>
</file>