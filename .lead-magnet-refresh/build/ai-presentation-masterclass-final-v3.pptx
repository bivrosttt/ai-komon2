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5dc7ea235744ec" /><Relationship Type="http://schemas.openxmlformats.org/officeDocument/2006/relationships/extended-properties" Target="/docProps/app.xml" Id="R82233e8703d04a39" /><Relationship Type="http://schemas.openxmlformats.org/officeDocument/2006/relationships/officeDocument" Target="/ppt/presentation.xml" Id="R8c2abfbadd3443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34f350c05f4c5e"/>
  </p:sldMasterIdLst>
  <p:notesMasterIdLst>
    <p:notesMasterId xmlns:r="http://schemas.openxmlformats.org/officeDocument/2006/relationships" r:id="R25ce887274bc4818"/>
  </p:notesMasterIdLst>
  <p:sldIdLst>
    <p:sldId xmlns:r="http://schemas.openxmlformats.org/officeDocument/2006/relationships" id="256" r:id="R8993d130b2ea4cc5"/>
    <p:sldId xmlns:r="http://schemas.openxmlformats.org/officeDocument/2006/relationships" id="257" r:id="Recfe90326455424c"/>
    <p:sldId xmlns:r="http://schemas.openxmlformats.org/officeDocument/2006/relationships" id="258" r:id="R404ca4dcca534480"/>
    <p:sldId xmlns:r="http://schemas.openxmlformats.org/officeDocument/2006/relationships" id="259" r:id="Rbce3a2cf5cd8448d"/>
    <p:sldId xmlns:r="http://schemas.openxmlformats.org/officeDocument/2006/relationships" id="260" r:id="Rf3f25604e69c429e"/>
    <p:sldId xmlns:r="http://schemas.openxmlformats.org/officeDocument/2006/relationships" id="261" r:id="R2d096e369c0f4d07"/>
    <p:sldId xmlns:r="http://schemas.openxmlformats.org/officeDocument/2006/relationships" id="262" r:id="Rba2177b14d534f05"/>
    <p:sldId xmlns:r="http://schemas.openxmlformats.org/officeDocument/2006/relationships" id="263" r:id="R27a0fc595fe04111"/>
    <p:sldId xmlns:r="http://schemas.openxmlformats.org/officeDocument/2006/relationships" id="264" r:id="R6336407dabe34472"/>
    <p:sldId xmlns:r="http://schemas.openxmlformats.org/officeDocument/2006/relationships" id="265" r:id="Rd0d604153a48442c"/>
    <p:sldId xmlns:r="http://schemas.openxmlformats.org/officeDocument/2006/relationships" id="266" r:id="R5a969c97279240c8"/>
    <p:sldId xmlns:r="http://schemas.openxmlformats.org/officeDocument/2006/relationships" id="267" r:id="Re6cfa52233e543b9"/>
    <p:sldId xmlns:r="http://schemas.openxmlformats.org/officeDocument/2006/relationships" id="268" r:id="Ra66170f67b744bba"/>
    <p:sldId xmlns:r="http://schemas.openxmlformats.org/officeDocument/2006/relationships" id="269" r:id="R60c65cec69ad49bb"/>
    <p:sldId xmlns:r="http://schemas.openxmlformats.org/officeDocument/2006/relationships" id="270" r:id="R306dfc68b7b54f1a"/>
    <p:sldId xmlns:r="http://schemas.openxmlformats.org/officeDocument/2006/relationships" id="271" r:id="R278c6058893747e8"/>
    <p:sldId xmlns:r="http://schemas.openxmlformats.org/officeDocument/2006/relationships" id="272" r:id="R4eb9a4d828c54812"/>
    <p:sldId xmlns:r="http://schemas.openxmlformats.org/officeDocument/2006/relationships" id="273" r:id="R35f04c3da9a14b89"/>
    <p:sldId xmlns:r="http://schemas.openxmlformats.org/officeDocument/2006/relationships" id="274" r:id="R10c4b2bd1afe4d8b"/>
    <p:sldId xmlns:r="http://schemas.openxmlformats.org/officeDocument/2006/relationships" id="275" r:id="R676acdc620d1464c"/>
    <p:sldId xmlns:r="http://schemas.openxmlformats.org/officeDocument/2006/relationships" id="276" r:id="R409d7fff64b94a1c"/>
    <p:sldId xmlns:r="http://schemas.openxmlformats.org/officeDocument/2006/relationships" id="277" r:id="R075dafa6f1c144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fdb2f8ed8409f" /><Relationship Type="http://schemas.openxmlformats.org/officeDocument/2006/relationships/slideMaster" Target="/ppt/slideMasters/slideMaster1.xml" Id="R6d34f350c05f4c5e" /><Relationship Type="http://schemas.openxmlformats.org/officeDocument/2006/relationships/notesMaster" Target="/ppt/notesMasters/notesMaster1.xml" Id="R25ce887274bc4818" /><Relationship Type="http://schemas.openxmlformats.org/officeDocument/2006/relationships/presProps" Target="/ppt/presProps.xml" Id="Re0bc10bbd09447e2" /><Relationship Type="http://schemas.openxmlformats.org/officeDocument/2006/relationships/tableStyles" Target="/ppt/tableStyles.xml" Id="R7cec3b3bf7f3405b" /><Relationship Type="http://schemas.openxmlformats.org/officeDocument/2006/relationships/slide" Target="/ppt/slides/slide1.xml" Id="R8993d130b2ea4cc5" /><Relationship Type="http://schemas.openxmlformats.org/officeDocument/2006/relationships/slide" Target="/ppt/slides/slide2.xml" Id="Recfe90326455424c" /><Relationship Type="http://schemas.openxmlformats.org/officeDocument/2006/relationships/slide" Target="/ppt/slides/slide3.xml" Id="R404ca4dcca534480" /><Relationship Type="http://schemas.openxmlformats.org/officeDocument/2006/relationships/slide" Target="/ppt/slides/slide4.xml" Id="Rbce3a2cf5cd8448d" /><Relationship Type="http://schemas.openxmlformats.org/officeDocument/2006/relationships/slide" Target="/ppt/slides/slide5.xml" Id="Rf3f25604e69c429e" /><Relationship Type="http://schemas.openxmlformats.org/officeDocument/2006/relationships/slide" Target="/ppt/slides/slide6.xml" Id="R2d096e369c0f4d07" /><Relationship Type="http://schemas.openxmlformats.org/officeDocument/2006/relationships/slide" Target="/ppt/slides/slide7.xml" Id="Rba2177b14d534f05" /><Relationship Type="http://schemas.openxmlformats.org/officeDocument/2006/relationships/slide" Target="/ppt/slides/slide8.xml" Id="R27a0fc595fe04111" /><Relationship Type="http://schemas.openxmlformats.org/officeDocument/2006/relationships/slide" Target="/ppt/slides/slide9.xml" Id="R6336407dabe34472" /><Relationship Type="http://schemas.openxmlformats.org/officeDocument/2006/relationships/slide" Target="/ppt/slides/slide10.xml" Id="Rd0d604153a48442c" /><Relationship Type="http://schemas.openxmlformats.org/officeDocument/2006/relationships/slide" Target="/ppt/slides/slide11.xml" Id="R5a969c97279240c8" /><Relationship Type="http://schemas.openxmlformats.org/officeDocument/2006/relationships/slide" Target="/ppt/slides/slide12.xml" Id="Re6cfa52233e543b9" /><Relationship Type="http://schemas.openxmlformats.org/officeDocument/2006/relationships/slide" Target="/ppt/slides/slide13.xml" Id="Ra66170f67b744bba" /><Relationship Type="http://schemas.openxmlformats.org/officeDocument/2006/relationships/slide" Target="/ppt/slides/slide14.xml" Id="R60c65cec69ad49bb" /><Relationship Type="http://schemas.openxmlformats.org/officeDocument/2006/relationships/slide" Target="/ppt/slides/slide15.xml" Id="R306dfc68b7b54f1a" /><Relationship Type="http://schemas.openxmlformats.org/officeDocument/2006/relationships/slide" Target="/ppt/slides/slide16.xml" Id="R278c6058893747e8" /><Relationship Type="http://schemas.openxmlformats.org/officeDocument/2006/relationships/slide" Target="/ppt/slides/slide17.xml" Id="R4eb9a4d828c54812" /><Relationship Type="http://schemas.openxmlformats.org/officeDocument/2006/relationships/slide" Target="/ppt/slides/slide18.xml" Id="R35f04c3da9a14b89" /><Relationship Type="http://schemas.openxmlformats.org/officeDocument/2006/relationships/slide" Target="/ppt/slides/slide19.xml" Id="R10c4b2bd1afe4d8b" /><Relationship Type="http://schemas.openxmlformats.org/officeDocument/2006/relationships/slide" Target="/ppt/slides/slide20.xml" Id="R676acdc620d1464c" /><Relationship Type="http://schemas.openxmlformats.org/officeDocument/2006/relationships/slide" Target="/ppt/slides/slide21.xml" Id="R409d7fff64b94a1c" /><Relationship Type="http://schemas.openxmlformats.org/officeDocument/2006/relationships/slide" Target="/ppt/slides/slide22.xml" Id="R075dafa6f1c1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1e7423b0784f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2e267703e34e60" /><Relationship Type="http://schemas.openxmlformats.org/officeDocument/2006/relationships/notesMaster" Target="/ppt/notesMasters/notesMaster1.xml" Id="R8d06cc82236c4a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4b61435fd4e64" /><Relationship Type="http://schemas.openxmlformats.org/officeDocument/2006/relationships/notesMaster" Target="/ppt/notesMasters/notesMaster1.xml" Id="R117d912f67604b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748b602d8407e" /><Relationship Type="http://schemas.openxmlformats.org/officeDocument/2006/relationships/notesMaster" Target="/ppt/notesMasters/notesMaster1.xml" Id="Rbfe9b73642dc4b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683785747e45a6" /><Relationship Type="http://schemas.openxmlformats.org/officeDocument/2006/relationships/notesMaster" Target="/ppt/notesMasters/notesMaster1.xml" Id="R0d0d202338a342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33acc90cb24aab" /><Relationship Type="http://schemas.openxmlformats.org/officeDocument/2006/relationships/notesMaster" Target="/ppt/notesMasters/notesMaster1.xml" Id="R850ed69c7c6d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8d27e9cf3b4c86" /><Relationship Type="http://schemas.openxmlformats.org/officeDocument/2006/relationships/notesMaster" Target="/ppt/notesMasters/notesMaster1.xml" Id="R190f6c4da73d45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540d748df14db2" /><Relationship Type="http://schemas.openxmlformats.org/officeDocument/2006/relationships/notesMaster" Target="/ppt/notesMasters/notesMaster1.xml" Id="R1519a3e1244b4c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4add9674bd425d" /><Relationship Type="http://schemas.openxmlformats.org/officeDocument/2006/relationships/notesMaster" Target="/ppt/notesMasters/notesMaster1.xml" Id="R3526a468aa3445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c9106a46124b38" /><Relationship Type="http://schemas.openxmlformats.org/officeDocument/2006/relationships/notesMaster" Target="/ppt/notesMasters/notesMaster1.xml" Id="R09a89dc6472f48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da8390a7fd4ee0" /><Relationship Type="http://schemas.openxmlformats.org/officeDocument/2006/relationships/notesMaster" Target="/ppt/notesMasters/notesMaster1.xml" Id="R7d120056e92b48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4b707a3d754c5a" /><Relationship Type="http://schemas.openxmlformats.org/officeDocument/2006/relationships/notesMaster" Target="/ppt/notesMasters/notesMaster1.xml" Id="R1e71abf21c8c46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c5bb075afa4811" /><Relationship Type="http://schemas.openxmlformats.org/officeDocument/2006/relationships/notesMaster" Target="/ppt/notesMasters/notesMaster1.xml" Id="R4bb706f6c76543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0ae0f150454556" /><Relationship Type="http://schemas.openxmlformats.org/officeDocument/2006/relationships/notesMaster" Target="/ppt/notesMasters/notesMaster1.xml" Id="Rd6c633cdeb574b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a5e9df6b984b2f" /><Relationship Type="http://schemas.openxmlformats.org/officeDocument/2006/relationships/notesMaster" Target="/ppt/notesMasters/notesMaster1.xml" Id="R057b088f48e143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84ac2ab2974152" /><Relationship Type="http://schemas.openxmlformats.org/officeDocument/2006/relationships/notesMaster" Target="/ppt/notesMasters/notesMaster1.xml" Id="R3992359351314a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432746ddc145d6" /><Relationship Type="http://schemas.openxmlformats.org/officeDocument/2006/relationships/notesMaster" Target="/ppt/notesMasters/notesMaster1.xml" Id="Re1db764c07d543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148a8f35fd4124" /><Relationship Type="http://schemas.openxmlformats.org/officeDocument/2006/relationships/notesMaster" Target="/ppt/notesMasters/notesMaster1.xml" Id="R37ecacbd51554e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1efccca7af4328" /><Relationship Type="http://schemas.openxmlformats.org/officeDocument/2006/relationships/notesMaster" Target="/ppt/notesMasters/notesMaster1.xml" Id="R39ae650443914c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ddc5c8c6244223" /><Relationship Type="http://schemas.openxmlformats.org/officeDocument/2006/relationships/notesMaster" Target="/ppt/notesMasters/notesMaster1.xml" Id="Rf9d853d212b24f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32761a6e4a4fc2" /><Relationship Type="http://schemas.openxmlformats.org/officeDocument/2006/relationships/notesMaster" Target="/ppt/notesMasters/notesMaster1.xml" Id="Rbbad1ca6c25741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79edb093b64ca7" /><Relationship Type="http://schemas.openxmlformats.org/officeDocument/2006/relationships/notesMaster" Target="/ppt/notesMasters/notesMaster1.xml" Id="R95cfb69ab60a4d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e4ed9dc7e54450" /><Relationship Type="http://schemas.openxmlformats.org/officeDocument/2006/relationships/notesMaster" Target="/ppt/notesMasters/notesMaster1.xml" Id="Re54897440ea240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表紙は『AIで自動化』ではなく、『判断を設計する』教材として位置づけます。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生成速度と資料品質を分け、教材全体のゴールを『判断が進むこと』に置きます。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AIが作る量ではなく、編集判断が不足することで品質が落ちる問題を提示します。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海外スキルに共通する失敗パターンを、目的・主張・QAの3つに整理しています。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プレゼンを画面装飾ではなく、相手の認知と行動を順に進める設計として定義します。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構成、主張、視覚化、QAを別工程にすることで、AIが一度に全部を平均化する問題を防ぎます。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用途・読者・判断・証拠・次の行動を明示するプレゼンブリーフです。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Situation・Complication・Resolutionを使い、各ページタイトルだけで筋が通る『ghost deck』を作ります。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タイトルを完全な結論文にし、タイトルだけで論理が追えるか検査します。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1枚の視覚的焦点を1つに絞り、補足は口頭・別紙・次ページへ分離します。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内容の意味に応じて、hero・comparison・process・evidence・actionを選び、箇条書きを最後の手段にします。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文字を小さくするのではなく、主張に不要な情報を削除・分割・別紙化します。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証拠を列挙せず、主張を支える証拠と、その意味を同じページでつなぎます。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配色の支配関係、文字階層、内容に応じたレイアウト型をデザインシステムとして固定します。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ブリーフ、ghost deck、slide specを分離し、各工程でレビューするプロンプト設計です。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最初のプロンプトではスライドを作らせず、用途と判断条件だけを固定します。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タイトルだけで論理が通るかを確認するghost deckテストを、そのまま使えるプロンプトにしています。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スライド本文より前に、主張・根拠・視覚タイプ・レイアウト・出典・話者ノートを定義します。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AIに選択肢を広げさせ、人が目的・主張・公開可否を承認する分担です。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全ページのレンダー、個別表示、オーバーフロー検査、出典確認、アクセシビリティ確認を完成条件にします。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https://support.microsoft.com/en-us/office/make-your-powerpoint-presentations-accessible-to-people-with-disabilities-6f7772b2-2f33-4bd2-8ca7-dae3b2b3ef25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教材の要点を一つの実務プロンプトに集約し、各工程を飛ばさない制約を入れています。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最後は抽象的な相談ではなく、実物の自社資料を1本持ち込む具体的な次の行動を提示します。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22d5c583041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91f30bfcc4111" /><Relationship Type="http://schemas.openxmlformats.org/officeDocument/2006/relationships/slideLayout" Target="/ppt/slideLayouts/slideLayout1.xml" Id="Refd430e0b6094c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430e0b6094c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82ef1b5394ea7" /><Relationship Type="http://schemas.openxmlformats.org/officeDocument/2006/relationships/image" Target="/ppt/media/image.png" Id="R9912f912ab8c43d7" /><Relationship Type="http://schemas.openxmlformats.org/officeDocument/2006/relationships/notesSlide" Target="/ppt/notesSlides/notesSlide1.xml" Id="R5fc33f6caf2d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e99de37484ce2" /><Relationship Type="http://schemas.openxmlformats.org/officeDocument/2006/relationships/notesSlide" Target="/ppt/notesSlides/notesSlide2.xml" Id="R8db7a8d4bf0b4d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eea988087468e" /><Relationship Type="http://schemas.openxmlformats.org/officeDocument/2006/relationships/image" Target="/ppt/media/image2.png" Id="Rbc1d720285bc459a" /><Relationship Type="http://schemas.openxmlformats.org/officeDocument/2006/relationships/notesSlide" Target="/ppt/notesSlides/notesSlide3.xml" Id="R29f9d627596545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3d62c56db4d4f" /><Relationship Type="http://schemas.openxmlformats.org/officeDocument/2006/relationships/notesSlide" Target="/ppt/notesSlides/notesSlide4.xml" Id="R67e520ea70a84b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fdfe7e10c4e9f" /><Relationship Type="http://schemas.openxmlformats.org/officeDocument/2006/relationships/notesSlide" Target="/ppt/notesSlides/notesSlide5.xml" Id="R3f90ce80f1154d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419aaab0d4287" /><Relationship Type="http://schemas.openxmlformats.org/officeDocument/2006/relationships/notesSlide" Target="/ppt/notesSlides/notesSlide6.xml" Id="R1b2e7d27e3674a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df55536734ad2" /><Relationship Type="http://schemas.openxmlformats.org/officeDocument/2006/relationships/notesSlide" Target="/ppt/notesSlides/notesSlide7.xml" Id="R95edb4466c1f46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5ac6db49d4e9c" /><Relationship Type="http://schemas.openxmlformats.org/officeDocument/2006/relationships/image" Target="/ppt/media/image3.png" Id="R06312c133cb54dda" /><Relationship Type="http://schemas.openxmlformats.org/officeDocument/2006/relationships/notesSlide" Target="/ppt/notesSlides/notesSlide8.xml" Id="R3f0ee28eb5dc40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1cbd1bea14a3a" /><Relationship Type="http://schemas.openxmlformats.org/officeDocument/2006/relationships/notesSlide" Target="/ppt/notesSlides/notesSlide9.xml" Id="Re6fa4b8261294b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3af7b639b4e33" /><Relationship Type="http://schemas.openxmlformats.org/officeDocument/2006/relationships/notesSlide" Target="/ppt/notesSlides/notesSlide10.xml" Id="R02edd46010634f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f54ebf66f4511" /><Relationship Type="http://schemas.openxmlformats.org/officeDocument/2006/relationships/notesSlide" Target="/ppt/notesSlides/notesSlide11.xml" Id="Rc7914e7bb57e4b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c38a757934723" /><Relationship Type="http://schemas.openxmlformats.org/officeDocument/2006/relationships/notesSlide" Target="/ppt/notesSlides/notesSlide12.xml" Id="R92e71b5d631b4c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9f175230d4368" /><Relationship Type="http://schemas.openxmlformats.org/officeDocument/2006/relationships/notesSlide" Target="/ppt/notesSlides/notesSlide13.xml" Id="Rca87df03661b41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ad3ee23447a1" /><Relationship Type="http://schemas.openxmlformats.org/officeDocument/2006/relationships/notesSlide" Target="/ppt/notesSlides/notesSlide14.xml" Id="Rb11294720fd649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a28a100654ed9" /><Relationship Type="http://schemas.openxmlformats.org/officeDocument/2006/relationships/notesSlide" Target="/ppt/notesSlides/notesSlide15.xml" Id="R15b5e47cc2f44f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dab9ff08649e2" /><Relationship Type="http://schemas.openxmlformats.org/officeDocument/2006/relationships/notesSlide" Target="/ppt/notesSlides/notesSlide16.xml" Id="Raced98434c2e4f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0388562b34080" /><Relationship Type="http://schemas.openxmlformats.org/officeDocument/2006/relationships/notesSlide" Target="/ppt/notesSlides/notesSlide17.xml" Id="R43f42f438c2f4a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6545b8b9b4501" /><Relationship Type="http://schemas.openxmlformats.org/officeDocument/2006/relationships/notesSlide" Target="/ppt/notesSlides/notesSlide18.xml" Id="R45cce662b5f64e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1137b407b4873" /><Relationship Type="http://schemas.openxmlformats.org/officeDocument/2006/relationships/notesSlide" Target="/ppt/notesSlides/notesSlide19.xml" Id="Rfd65b5e7dec949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1132db19a44d2" /><Relationship Type="http://schemas.openxmlformats.org/officeDocument/2006/relationships/notesSlide" Target="/ppt/notesSlides/notesSlide20.xml" Id="R7570e91f412144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2f31ce59b46f1" /><Relationship Type="http://schemas.openxmlformats.org/officeDocument/2006/relationships/notesSlide" Target="/ppt/notesSlides/notesSlide21.xml" Id="R52b10f00871449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86ed94b374b82" /><Relationship Type="http://schemas.openxmlformats.org/officeDocument/2006/relationships/image" Target="/ppt/media/image4.png" Id="Rb15b6ac1ab954fda" /><Relationship Type="http://schemas.openxmlformats.org/officeDocument/2006/relationships/notesSlide" Target="/ppt/notesSlides/notesSlide22.xml" Id="R2ea3ee74f1c5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2f912ab8c43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4AF14-95F9-497E-B600-38A7975A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7EE6C-1AED-4229-AA61-FF5775B5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AI ×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9D5D6-9502-419A-9225-2CA5C7FA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334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AIで、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良質なプレゼンを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つくる。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AEA89-1823-4C9B-9D61-7AC6D6EF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速く埋める技術ではなく、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相手の判断を動かす設計法。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4759B-D837-4A5A-BF5C-9899A26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EB295-EBD7-43B8-A565-B1356E05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5790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04B25-E8FA-47E0-892A-256E0A6A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579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9731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16CAE-9E28-49F6-A946-6861361F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355CD-D05D-44ED-A783-3EE3B9C4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4B8C6-C539-45FF-972A-E0AEE853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478CC-5223-4E24-A52E-AEBA34A4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B0ED0-922C-48BC-A140-0AEBDE05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232FF-CC1E-4F4C-9EC6-BA80E871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目標は、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作成時間を半分にすることではない。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EACA5-1847-4F68-9C61-915B7CDC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rPr>
              <a:t>相手が「何を決めればいいか」を、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rPr>
              <a:t>一度で理解できる資料にすること。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DF8E3-E860-42EF-B0FF-84ABD3C5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192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A5E6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A5E64"/>
                </a:solidFill>
                <a:latin typeface="Hiragino Sans"/>
                <a:ea typeface="Hiragino Sans"/>
                <a:cs typeface="Hiragino Sans"/>
              </a:rPr>
              <a:t>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FF553-73DE-4830-9D4A-D58DD331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F7709-B831-4BF2-B443-E174ED84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B3750-D9EE-4625-A7FA-139F43EC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8B1BF-92A1-4B7B-8D83-C41CECD5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この資料では、構成 → 1枚の主張 → 視覚化 → 検査の順に作ります。</a:t>
            </a:r>
          </a:p>
        </p:txBody>
      </p:sp>
    </p:spTree>
    <p:extLst>
      <p:ext uri="{BB962C8B-B14F-4D97-AF65-F5344CB8AC3E}">
        <p14:creationId xmlns:p14="http://schemas.microsoft.com/office/powerpoint/2010/main" val="1508191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d720285bc459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50033-6BA7-4CA7-A114-C3B72121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E98F6-6EA1-4C34-B2F9-BBFE6ED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43F71-1E74-41B0-B0E2-BC385699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BF9B2-7381-40B8-82B0-F5A4F23F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CD4C5-704C-4130-9C5A-7EC8106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849B4-6E31-4817-BA21-9E59E0F5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C18AD-C393-4E5B-8B53-B83D7A53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AIは、空白を埋めるのがうまい。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B744A-2864-43CF-BAD3-15FE0197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しかし、何を捨てるかは決めてくれない。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7D08D-FF43-488F-9FCF-ED04080D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5143500" cy="104775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43E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3B25E-5D9A-48C7-8268-96D2C001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8F860-6DCB-483A-A692-11E6CCE9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似た見た目・多すぎる情報・弱い結論。</a:t>
            </a:r>
          </a:p>
        </p:txBody>
      </p:sp>
    </p:spTree>
    <p:extLst>
      <p:ext uri="{BB962C8B-B14F-4D97-AF65-F5344CB8AC3E}">
        <p14:creationId xmlns:p14="http://schemas.microsoft.com/office/powerpoint/2010/main" val="1645714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312AF-581D-471D-82A0-360D36AE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9A5B3-8797-4EC6-8E2C-2A1B1008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DIAGNOSE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62792-7313-4310-BA1F-44E492FA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C173D-81F1-4CF6-A9D7-B739355B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083D6-7C62-4C8F-BA45-AC4CC621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19BDC-ED97-408C-98F2-9FDAA138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AI資料が弱くなる原因は、3つしかない。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93AA2-1F40-4736-946B-A01CF44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B0AB2-EA25-434E-94DD-F03535BA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67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目的が広い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1975C-8049-4B6C-924A-89075158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「分かりやすく」だけで、誰の何を変えるかがない。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D504D-1488-4144-BAE9-97C76A98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3CD10-F708-4E44-9DC7-2C18B87A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3D023-062D-492B-97B5-E06A8303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33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主張が薄い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2C2B2-2B99-47F2-BBA5-CF36B6AF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タイトルが話題名で、読み手が得る結論になっていない。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B983A-672B-4EF9-8B37-168383B8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005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9D3B5-0E2E-411B-8F2D-D525E4ED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2A377-B868-4554-B7F4-1C19C573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検査がない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65028-6A54-4372-A7F4-B0A7FF7C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96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生成した瞬間を完成とし、全ページを画像で見直していない。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5C1C9-8339-4A4C-928B-380D7705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673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3C75F-8257-4E01-830A-BEBB0CFC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626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つまり、プロンプトより先に“判断の型”が必要です。</a:t>
            </a:r>
          </a:p>
        </p:txBody>
      </p:sp>
    </p:spTree>
    <p:extLst>
      <p:ext uri="{BB962C8B-B14F-4D97-AF65-F5344CB8AC3E}">
        <p14:creationId xmlns:p14="http://schemas.microsoft.com/office/powerpoint/2010/main" val="216271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F5196-BCB0-408C-A366-0D33DF56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1417A-D1B5-4D8D-A0E4-D356DC34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REFRAME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688D7-6125-4DE3-9550-85B18ED0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39B04-E55F-4BA7-974B-B8AB8CF2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7AD19-7DA9-41CC-8DB0-079DBE30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C48D0-ED55-4244-8F58-251B18A7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プレゼンは、ページ制作ではない。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00545-8882-4A81-8F27-418D802C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意思決定の設計である。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C2033-F882-4E95-91F1-A727006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45F57-DC03-4EBC-BD32-8FDA83E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93C4F-BAD4-45E3-9A80-1FBDB895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8BB7E-DED4-403D-ACC2-A718CB4D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E9175-D08D-4A03-A0C8-F58F882C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理解する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D0D52-FDFF-4D9C-99B6-209FD9E4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32BD7-6EFA-48AD-895C-F1ABBC1C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3F464-2C3E-4C10-8FC7-9E4E738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CA5E8-D243-41A3-A249-EEDA71BB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33068-8A2F-443F-AE50-E48F3A91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比較する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EE7DE-5C7A-49B1-A735-0A783116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49B9A-ADA1-4E47-A46E-E8CFC71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5E415-D234-45C1-94CA-0E31F6FB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1FA7B-FE2A-42BD-8C73-D286EDF5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169EB-67DF-43CD-A247-0F69A0F2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信じる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71EB3-84A4-42F6-A555-79F7B079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AF8FD-DA12-4425-9854-3D5E80B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49B69-119A-4B57-8065-B8CB9456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98F8D-9AB0-4661-9F67-C7BEC025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スライドは、この順番を支える“画面”にすぎません。</a:t>
            </a:r>
          </a:p>
        </p:txBody>
      </p:sp>
    </p:spTree>
    <p:extLst>
      <p:ext uri="{BB962C8B-B14F-4D97-AF65-F5344CB8AC3E}">
        <p14:creationId xmlns:p14="http://schemas.microsoft.com/office/powerpoint/2010/main" val="2055678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7BBCC-875A-422B-AB8F-FDA18C5B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8A271-576F-419E-9A02-EA2101C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C4EAF-7A10-4543-A08F-F36ADFED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21459-C79A-42C6-BC93-A9DBF16E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4AF3F-9781-4060-8696-B278ED08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590E7-CCF3-4FA0-8E4A-A17B2FA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良質な資料は、4層でできている。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3D586-6A64-4209-84D6-681C1924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BDC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9BDC2"/>
                </a:solidFill>
                <a:latin typeface="Hiragino Sans"/>
                <a:ea typeface="Hiragino Sans"/>
                <a:cs typeface="Hiragino Sans"/>
              </a:rPr>
              <a:t>下から順に固める。デザインは3番目。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26A0B-2223-4F81-91E4-427C016E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E43E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8F94A-9089-470D-9220-C680FA96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1F8B4-0802-4BC3-AF1E-1AC61EE1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0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AF4E3-8178-4ABF-9693-F4126BE3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384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相手の判断が進む順番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969A6-BE6C-4E08-A429-FD4AE486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185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BE952-9826-4823-AF9E-8AD3A592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52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67F34-06C7-46CD-AF16-955B9F06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24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73995-EE90-4372-8DF2-B74F1B2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1枚で言うこと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85C17-214C-429A-850E-7E4F7B1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243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F6C9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92C71-A7F4-4394-A508-54156550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9813D-E248-4F64-A371-78D26F1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48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VISUAL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1BC72-F85C-4915-AEC3-69CDE840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862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主張に合う見せ方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29BD9-900C-483E-805D-3CDDF4E2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482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0615D-4276-46B5-B385-7F155F08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00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CA2BD-7188-47D4-AA34-2627E1E7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72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DACED-DD4A-4C3F-BBD9-006E9E76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0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最終検査</a:t>
            </a:r>
          </a:p>
        </p:txBody>
      </p:sp>
    </p:spTree>
    <p:extLst>
      <p:ext uri="{BB962C8B-B14F-4D97-AF65-F5344CB8AC3E}">
        <p14:creationId xmlns:p14="http://schemas.microsoft.com/office/powerpoint/2010/main" val="1283091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EEE4A2-8912-4036-B43C-A90A6B5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7BE91-C315-45B6-945D-38DEA86D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01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60070-0445-4E62-9011-68A744F0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0885B-146D-470A-822F-EBA92DF4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6E64A-200C-4F1F-85BA-7FC1F04C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83100-B103-4693-B1D2-8B8BB91D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最初の10分で、4つを決める。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EE59D-4266-4B78-A2DF-95167BE7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AIに渡す前に、人が答える質問です。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B733C-7A4C-4850-A58E-32F4B6BE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WHO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0610F-B7A4-40B8-87FE-7FE9E54E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誰が読む？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90C9C-11F4-4484-9431-8E5999B2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役職・知識・不安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F12EE-2596-4F87-B23F-6869291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8DFF2-0874-4038-B29D-12C4E7AA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BE677-4D3C-4D30-A40A-45C51182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95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36E5C-4936-49E0-BF51-8F52BE1C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何を決める？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73205-8A84-40FB-B5ED-1848616C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33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会議後の選択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29A5C-6448-4539-8D85-A20FAF8E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5BE81-7544-4C8F-B607-73FF72A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8155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E9DFF-6568-4B24-A8CB-C8B21497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D20CC-ECF1-4DDA-8445-8B7ED6EC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何で信じる？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D5074-5395-49D2-8CA9-E5CA3D7F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数字・実例・比較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D1632-B11B-466E-B0A6-563B3C76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5270A-E82A-4DDD-97CA-90AD555B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E4E1F-B21A-4D03-9DD7-0EEEE104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B2B1B-0791-4992-B4A4-397670D6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次に何をする？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C45CF-4259-49F5-9D1C-2A6B5893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承認・返信・予約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3CEDB3-FBDF-4D09-9FB4-7B479CAF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D321C-E52B-4854-BDDA-46836160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8155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6930E7-A8EF-4D19-A0C6-8CA9F61D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77E90-4EB6-4719-8B86-7D029FEB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35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1文で言う：この資料は［誰］が［何］を決めるためのもの。</a:t>
            </a:r>
          </a:p>
        </p:txBody>
      </p:sp>
    </p:spTree>
    <p:extLst>
      <p:ext uri="{BB962C8B-B14F-4D97-AF65-F5344CB8AC3E}">
        <p14:creationId xmlns:p14="http://schemas.microsoft.com/office/powerpoint/2010/main" val="1195311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12c133cb54dd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A744B-D222-4EA3-B382-03F552F5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A1A41-A58B-42C8-B153-7930F09A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17081-3E94-42DC-A398-E22F81A8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02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1961E-8E86-48FE-85F3-0E718EE6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5AA8D-313C-4586-91FA-33447B4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8C93A-3854-479A-A92A-AE040339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FD830-F8F5-49BE-BF8F-9975053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6477000" cy="21145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34B66-5893-43EA-A303-CAE3F670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情報を並べず、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物語の“圧力”をつくる。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ED98B-5018-41C6-BD0C-A3A60C7D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現状 → 問題 → 転換 → 根拠 → 行動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6FB4B-F070-4C39-A8FB-F5B45232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12DCC-AE4B-4441-B5CB-A7BC651E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1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D423C-53CF-4773-8395-BC4F7946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現状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E9DF6-EDCE-4538-BCBD-6E1D7661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24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今どうなっているか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6A03A-DC1F-4E92-AC29-A3539D8D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3D437-299A-43D8-8EE9-F9275116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48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F3A08-E6F3-4632-9FD4-8E875BE1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38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問題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83DD9-65F4-47C8-AD58-A0320B9E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なぜ放置できないか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CD38B-8CA7-4CCF-A974-11CF5C4C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670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740FC-9331-4B8A-AE88-2960738D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324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537AF-7714-47F1-BA4D-B0B8A1C3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14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解決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5C429-BECE-4CBF-9D55-7D9A13A7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76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何を変えるべきか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E1AB2-C371-4443-A861-50778D8F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タイトルだけを読んでも、話が通るか。</a:t>
            </a:r>
          </a:p>
        </p:txBody>
      </p:sp>
    </p:spTree>
    <p:extLst>
      <p:ext uri="{BB962C8B-B14F-4D97-AF65-F5344CB8AC3E}">
        <p14:creationId xmlns:p14="http://schemas.microsoft.com/office/powerpoint/2010/main" val="17669521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93726-9E7F-4798-A32D-F8E9545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9B223-E1E6-4C19-9B79-ADAE20EE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03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4F800-2841-4483-951A-29B1C1C3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1D98A-0502-45B9-A031-35FCAD0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74A1A-5AB6-4324-995B-C6237EA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6A638-44B3-419D-A9C6-DAE1D028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19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タイトルは“話題”ではなく、“結論”を書く。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8008C-474E-4BE1-89FA-C72D0C1B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762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0E479-50F0-47BE-AB21-1CAE9F05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TOPIC TITLE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39094-A8B7-42C8-B786-81EA45F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AI導入について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E0599-7103-4F27-A316-899865CC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読み手は、本文を読むまで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何が言いたいか分からない。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0ABEA-BE13-403B-BA14-B04CF837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052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2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8E6E2-88D7-4644-BDB5-EDA5ECB2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9530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A2CF3-C110-4080-95EE-E56CCF42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ACTION TITLE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114A5-5EBA-4D56-BD45-FAD3F14D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57550"/>
            <a:ext cx="4248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最初は3業務に絞ると、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AI導入は定着しやすい。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307C3-7D52-43CC-8920-B0913BCF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タイトルだけで、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次に何を考えるかが分かる。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C7511-3B67-45B5-B1C3-8396FDE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全タイトルを縦に並べ、1本の文章として読めるか確認する。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6858547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DAB8AC-794A-4640-9B9F-9EDDA4E4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90D97-8098-4641-9999-4E61126F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03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888B1-216B-4EE8-A962-8116EF5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BE697-6D3B-474B-8A4C-AD296906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78946-0EE7-41FE-BD62-8C834C3B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6257E-9D16-477E-AE4C-2048F62A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1枚に、1つの主張。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84DF6-37BA-4ED8-8CE5-C9B1D86C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情報量ではなく、視線の行き先を1つにする。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9766E-B787-4FB9-95F8-85DF5843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4577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3"/>
          </a:solidFill>
          <a:ln xmlns:a="http://schemas.openxmlformats.org/drawingml/2006/main" w="9525">
            <a:solidFill>
              <a:srgbClr val="4A4E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FA3C0-A7CE-4264-B23B-740A2DEC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× 3つ言いたい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0B1C8-B6D7-4E34-B1C3-D74865F0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F5B7A-88F9-49B5-9785-BEBB0A6B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3A109-8EFC-4757-AC45-24D454C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市場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5B91F-49D1-44A8-B47D-1D74A47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B0A2D-635A-45D7-A8CE-E5FFA13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6B980-1113-414D-BE2A-4DBAA0B8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335F7-0BF5-44F4-8447-475D4C5D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243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81DEA-E794-48BD-8C1E-05822DC0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B1F10-7C6F-42BD-BC54-86548E0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481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機能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8F635-5EED-4F46-9802-0CBDE862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4688E-5A41-46F6-8B6F-A5A92148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64FF5-EFC8-4AD9-ABF1-F2720AB2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06868-0F3C-412E-A7CF-7DEDF971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D9708-F0A4-4F53-B716-C3A0988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71362-2A19-43C8-BD7F-31C0F786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価格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B411E-1B28-4E59-88FE-BDA7AB5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9CDD2-BCF9-4D59-8C98-4803DCF4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CF1D7F-B2DD-4CB7-9064-68464EE5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1A6B4-8DA9-4579-8E73-996E8D33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55435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06E6F-616A-4640-9C10-6849B7D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○ 1つだけ伝える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D0035-927E-4B5C-AD64-4350821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今月は、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提案書作成から始める。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9922B5-1BC1-4A80-8501-1C11B266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3243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60E3C-F920-49A8-A294-C67C5C84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95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理由は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24EC7-A52C-4157-BB5A-5FFEF0F2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67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補足は、話す。載せない。別紙に逃がす。</a:t>
            </a:r>
          </a:p>
        </p:txBody>
      </p:sp>
    </p:spTree>
    <p:extLst>
      <p:ext uri="{BB962C8B-B14F-4D97-AF65-F5344CB8AC3E}">
        <p14:creationId xmlns:p14="http://schemas.microsoft.com/office/powerpoint/2010/main" val="1367243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CD3E83-F4FB-4048-9368-BA8632DA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8348A-B127-4B70-BBC3-D3B17E8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04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32306-7721-4832-80F1-B028373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14723-F369-4057-AE4D-5C9613FC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830CC-F370-4F95-9F53-1D8C496E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0BC7D-9D5A-4FE1-A272-44472604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主張が決まれば、見せ方は5択になる。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ABD3D-041A-4908-A235-54874566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HERO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D90E7-AD5E-4F5D-861A-2DE8F88A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E7523-C289-45C3-9CC5-39CA364C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19F85-5657-416B-98F2-0655E7A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一言を残す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A08CC-89F8-4D31-A58C-3242AEC9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CONTRAST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FAA79-B893-463D-A8B6-156D8C53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52850"/>
            <a:ext cx="609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53E4E-CE13-40E1-9290-5B6F973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624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0FFA5-A5D2-4398-81E2-ACE79D3E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76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比較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477E7-243A-42B1-A01D-961DF49B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違いを選ぶ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9F35B-4A0F-483F-9350-BAC9310D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2DE21-EA38-4007-ADD2-0339CEB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9454E-E6A8-44F4-866D-7B3AA9EB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242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AEA86-CAA1-4838-BF9F-B34EF650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50AEA-B946-41AB-9200-03E1E2C9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242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829C1-6B15-4100-8977-9B769E26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9D58FE-A9C2-4220-9FBA-210E252A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工程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5DD9B-0144-4456-B6DF-E1CA9151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順番を追う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F0553-B2AC-4B5B-86DE-CB4B463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F5DAC-91A4-4C08-B0B5-B89A2162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24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C4F89-FF07-490D-8D56-A78BC9D3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247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7F952-B017-4F5C-8AE7-C0099679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247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287405-E9FA-433E-8ED7-DA459BA9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証拠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D2901-131C-49DD-9BF6-A0F009E1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根拠を信じる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04E7E-F2CC-41A3-9A27-78D4CF14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68619-3520-4A6A-BBEE-5EA8201B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4668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46CB9-3735-4F54-B337-091E12B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行動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8780F-0F29-4974-8D00-B9C1E0B5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次へ進む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ECB35-0E52-461C-B2CC-C0F7C3B6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箇条書きは、他の4つが合わない時だけ使う。</a:t>
            </a:r>
          </a:p>
        </p:txBody>
      </p:sp>
    </p:spTree>
    <p:extLst>
      <p:ext uri="{BB962C8B-B14F-4D97-AF65-F5344CB8AC3E}">
        <p14:creationId xmlns:p14="http://schemas.microsoft.com/office/powerpoint/2010/main" val="1685129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A0F3E-45AC-420E-A43A-AE8DDF7F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FDB4-1371-4ACC-AEE3-647168B8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05 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27206-F9D3-4888-B0ED-30132D50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3EA9F-1FF1-429D-B42C-C81AE3A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29B61-1152-487F-9733-70360416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34FA7-DB6E-4A2B-8AE7-B16C10A2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装飾する前に、削る。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6F534-3524-4D58-A6C8-DA6B0444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良いデザインは、情報の優先順位が見える状態です。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0C914-CD4C-45AA-AED2-578224FA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1529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B7519-E1BF-4C36-8E79-6866F74B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47522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A8981-69EB-497B-AE6B-8F9E1E46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AI導入の全体像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5701C-4930-4147-9D24-BDFC9156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114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78A8A-BDAC-4F77-B32E-2273AA5C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90703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9E847-D99D-4196-8193-043A8339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69938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37B37-F5B1-4064-96C5-1D48F248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4917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F481D-DD45-48E6-90E2-D95CB940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28409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3A446-11C9-48EF-AB74-EEA97D31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25344-C1D7-47AD-A5E8-96DE4630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8688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4CA46-BC0A-41CB-8A4E-52D76647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215950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5B496-9FE3-47C3-AD72-F41097BC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BEFORE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856C6-CB35-4D1F-B811-F8E0381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全部を1枚に載せる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6A06A-5671-48C6-8757-AA81C3F9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81400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A256C-FCBE-41E1-9576-9FA8589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47434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35B2F-8FAB-4311-A944-2CB68EC6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今月、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どこから始める？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88BE5-8AC7-4BDD-8B79-37124149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A42B8-47C7-4D31-827E-59521D31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提案書作成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3AED6-8881-4D4B-8913-D92074A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15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AFTER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44262-3FDF-4031-9900-8F84552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1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判断に必要な1点だけ残す</a:t>
            </a:r>
          </a:p>
        </p:txBody>
      </p:sp>
    </p:spTree>
    <p:extLst>
      <p:ext uri="{BB962C8B-B14F-4D97-AF65-F5344CB8AC3E}">
        <p14:creationId xmlns:p14="http://schemas.microsoft.com/office/powerpoint/2010/main" val="495256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C3A00-E77A-4256-8E3E-BB412C66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19BDC-0523-42BD-A1EB-E91B818E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06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50E0C-AF8C-4607-8B16-9355335A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3BCD8-7EB1-4661-8EA2-7B95FF55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C32CB-D515-4B76-8537-A87EAF9B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CF3BD-3744-4033-B625-168BA032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根拠は、数字を置くだけでは伝わらない。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92794-97BE-4FAF-BD94-C4D060ED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主張 → 証拠 → 意味、まで1セットにする。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B133C-069B-436A-AAAA-11A874F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88C6C-832F-4CC7-AB13-B1F1E36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0EF5-FCDB-43D2-B04B-3D04E9B1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112B2-936A-4BF4-B2F0-3A5D45E8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4F492-7826-400A-A3A2-A02D8E5D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0CFC1-17E7-4653-B60D-3085ED2D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提案書作成から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始めるべき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B44CB-0EEF-42D4-BCC0-AADE4B41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07841-94DA-4CDC-BBAB-DCA44F27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B3B91-D28A-49C5-9C7E-B38FE4E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14A12-CF2F-4938-B0A4-AC5D23BD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94076-59FF-49B8-A04E-180A7E8A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77F40-CF48-416A-811E-8C60EFB1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週8時間を消費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修正回数が多い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C18EC-D354-4D3A-8DB7-16626AA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D57AF-FEF4-490C-B340-5231D154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E59ED-4914-45A9-ADC8-4D2F5277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IMPLICATION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7179A-FD4D-4E77-8A15-0846F6F9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効果が見えやすく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定着の入口になる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3FF54-014F-4E6B-875E-90429F2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6CAD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C6CAD0"/>
                </a:solidFill>
                <a:latin typeface="Hiragino Sans"/>
                <a:ea typeface="Hiragino Sans"/>
                <a:cs typeface="Hiragino Sans"/>
              </a:rPr>
              <a:t>出典と“要確認”は、最後ではなく生成時に付ける。</a:t>
            </a:r>
          </a:p>
        </p:txBody>
      </p:sp>
    </p:spTree>
    <p:extLst>
      <p:ext uri="{BB962C8B-B14F-4D97-AF65-F5344CB8AC3E}">
        <p14:creationId xmlns:p14="http://schemas.microsoft.com/office/powerpoint/2010/main" val="19275036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01F218-7FAA-4315-A6C7-EBF0CF05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D1C1B-FD57-40C5-AF4C-170DBD65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07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AFCDE-4030-4D45-A952-08C7C006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CED8D-4CFF-4DC0-A20D-053BE765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5794E-B2BB-42B0-976B-CCC867F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A9E57-4763-49C5-A495-76C66097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876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毎回ゼロからデザインしない。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A18D3-E2D9-4513-BC11-BFF1F31A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AIに渡すのは、テンプレではなく“選択ルール”。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1DF0C-D71D-455C-B011-17F66A87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COLOR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0BEE6-F374-47DB-B9CD-294EBE4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98A5E-C781-4879-8FF2-7493EE71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F5727-2344-4E05-81E6-92541CB7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23872-AEFE-4868-802F-08583FAB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572B9-8159-4E14-A2EF-3D29B6BE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3BB6C-23A5-4999-B821-EE6A9D35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1色を主役に、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強調色は1ページ1つ。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54489-EA97-4889-BDBE-5DBD33DF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911D4-C70E-4B1F-B23C-3C384205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5A645-0597-4C99-88A2-7A692354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結論は大きく。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説明は短く。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80436-BB82-43E9-8AF2-FE4454EB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AC1F6-220E-4EE5-8494-D881C501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423FB-8266-4A33-ACAD-25F7A76A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766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63B4A-BDA0-45F5-8ECD-6410208F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67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HERO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A5F80-F142-4B1D-85DB-6240511B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B41F5-D061-483F-95D3-50379751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2A0F1D-6618-4959-85DA-A51BF5B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02741-557D-4450-8034-41B64AF1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67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2A1B2-FB94-4D9F-B251-9E9DEC65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1214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305C6-4867-4D13-A642-DA3AB72F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1480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CF040-CE06-4119-9837-21627289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38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AD252-44F5-4ADD-9FFF-54B3DC97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05693-FC65-4F95-928D-AC5BD769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PROCESS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90101D-5387-483E-90C6-38208BF7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1214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6A3EB-BE4E-4FF2-B791-97197B0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1133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F8E3B1-A005-4053-AFBD-E367A277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8165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68653-376A-44DA-907A-3ADEBCE6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91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型を変え、ルールは変えない。</a:t>
            </a:r>
          </a:p>
        </p:txBody>
      </p:sp>
    </p:spTree>
    <p:extLst>
      <p:ext uri="{BB962C8B-B14F-4D97-AF65-F5344CB8AC3E}">
        <p14:creationId xmlns:p14="http://schemas.microsoft.com/office/powerpoint/2010/main" val="10309643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AD0C9-AA98-487F-B307-2DBE5FD6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1BA87-3E0A-4A23-8DF1-CC23FBF7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A486C-9569-47B1-8725-FA58F380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B965F-AC66-4E0C-BD1B-7250AA5C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EA155-3FA9-4E14-ABEB-814267FE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2D9B4-5336-4522-9E1B-CD92FB8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AIへの指示は、3段階に分ける。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F5189-A770-40DE-803F-F3897DFE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一発生成より、判断の順番を守る方が強い。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D49F6-4456-492D-93FA-77EC2A17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04361-5585-476D-B40A-6B2D037A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A0C06-2562-4B83-BC78-D942A1FD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13836-0B6D-4FE4-860B-1C8D8E39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相手と目的を固定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87385-6A6E-4F94-B9EE-7AC9C7B7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9F7E3-0163-43D7-AF65-4BF99A31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810E1-7FE7-4D3D-BD0B-3943CE9A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6C170-03FC-4BEC-976E-9602865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GHOST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CF755-F2A5-4AC5-8028-FAEB25CE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タイトルだけで物語を作る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2DC66-F7E0-4F4D-A106-A1AF6F82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9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82DAF-3869-4022-8B44-624266FF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A9D67-7F21-47EC-B6D0-2601E871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A8CE8-8E3A-4B9D-9BB3-F19A231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SLIDE SPEC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24A7D-6AA7-4B2E-9959-68FFFE7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1枚ごとの見せ方を決める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BB866-62E7-4D41-8235-3A25BE9C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各段階で人が承認してから、次へ進む。</a:t>
            </a:r>
          </a:p>
        </p:txBody>
      </p:sp>
    </p:spTree>
    <p:extLst>
      <p:ext uri="{BB962C8B-B14F-4D97-AF65-F5344CB8AC3E}">
        <p14:creationId xmlns:p14="http://schemas.microsoft.com/office/powerpoint/2010/main" val="18504374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F8F67-BE70-4A28-B0AC-0EDB20C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A4ABF-B7BB-4E11-8F75-909708A2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PROMPT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87A54-14FC-47CE-A8A9-3DD63916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B2188-431D-469A-BA7F-B9440BC9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C1F37-ED57-4830-B55B-2999F79E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B372C-171D-4A76-BF49-41358790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まず、資料の設計条件だけを作らせる。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27679-EDEC-4ADF-B408-E2EE534E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08204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D31"/>
          </a:solidFill>
          <a:ln xmlns:a="http://schemas.openxmlformats.org/drawingml/2006/main" w="9525">
            <a:solidFill>
              <a:srgbClr val="4B4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8A4A7-EDCE-4E8E-AC20-4EE37DF5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COPY &amp; PASTE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97BD4-DE48-4D88-95DA-D7C7862A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906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あなたは経営者向けプレゼンの編集者です。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以下の素材から、スライド本文は作らず、まず設計ブリーフだけを作成してください。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1. 読み手：役職、前提知識、不安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2. 決めてほしいこと：会議後の具体的な選択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3. 信じるための根拠：数字、実例、比較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4. 次の行動：承認、返信、予約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5. 使わない情報：今回の判断に不要な素材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2F697-62D3-4E0C-98F8-56514029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入力：目的 / 読み手 / 手持ち素材 / 制約 / 希望ページ数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DD923-F519-411B-98B6-89B75BF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出力を見て、人が“決めてほしいこと”を修正する。</a:t>
            </a:r>
          </a:p>
        </p:txBody>
      </p:sp>
    </p:spTree>
    <p:extLst>
      <p:ext uri="{BB962C8B-B14F-4D97-AF65-F5344CB8AC3E}">
        <p14:creationId xmlns:p14="http://schemas.microsoft.com/office/powerpoint/2010/main" val="7262084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6AAA0-73BE-48AC-AC55-FF72203B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B4F6A-A39D-4970-A460-E0A751A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0AAB0-A78D-406A-906D-5E6FEAE1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FB218-D97C-48C5-8124-F2955756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CAFB2-C3AF-47B2-A749-BFF97A01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3345E-47B1-40FA-A7E5-4BEA9569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次に、タイトルだけで物語を作らせる。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5B9CA-8352-490D-9A87-3DCCED3C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6610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1A2CF-47F6-4622-B09F-00C02250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COPY &amp; PASTE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88035-B84C-4917-A28E-6B71B535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590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先ほどの設計ブリーフを使い、全ページのタイトルだけを作ってください。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条件：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・各タイトルは話題名ではなく、完全な結論文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・タイトルだけを順に読んで、問題→原因→解決→行動が通る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・同じ内容を繰り返さない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・各タイトルは1〜2行に収める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最後に、タイトルだけを読んだ時の論理の飛躍を指摘してください。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D8C8E-AD9E-43BE-9644-F8F0AB0D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593FD-06E9-40D2-9E96-E2B5CDBE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現状：資料は速く作れる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3FA0B-5282-4636-8473-D322227B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CA48A-B65B-49CE-A58A-FA56AEFF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07213-CA29-4A2B-AE12-D987B08E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問題：判断は進んでいない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207FD-7335-4590-8665-C534EF45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34F08-FAB0-4549-8A4A-4CC1D7AC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52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F7477-C655-433B-8C47-9B7CFF6F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原因：主張が決まっていない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C3826-1370-4FC1-A541-CEB4375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334A8-37AD-42C2-8997-69A7630C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38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B997C-2231-4B43-B6A6-CD9F183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解決：先に物語を設計する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D09DA-B9A2-42CB-9157-FDCA215E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FB35C-5BCA-43E0-B9A3-2B59B28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24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3159C-3148-44A0-9F5C-B47B595F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86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行動：1本で試して検証する</a:t>
            </a:r>
          </a:p>
        </p:txBody>
      </p:sp>
    </p:spTree>
    <p:extLst>
      <p:ext uri="{BB962C8B-B14F-4D97-AF65-F5344CB8AC3E}">
        <p14:creationId xmlns:p14="http://schemas.microsoft.com/office/powerpoint/2010/main" val="3527739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5789E2-78D9-4BC3-9F94-BCB65B80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EB1CC-0A1E-42AD-9338-06231050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FD8CE-D462-4191-8693-BCBE8F8B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0BA28-5161-4AD5-A084-70AB19C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5BBE9-EA42-4D03-9AD3-7FE50737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64FB2-0BBD-459C-939F-E1DB3ED4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最後に、1枚ごとの“設計図”を作らせる。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A3BF2-53CC-429C-B177-ABC61805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PowerPointを作る前に、ここまで決めます。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BBC06-6C67-44BD-8B97-FD29DC66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820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379BA-5610-4C6E-8D98-AC2C48D0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ACTION 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B21A4-2D10-4B61-8D34-A439D36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90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このページの結論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F9D5D-1838-41F8-832E-A3382361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BB653-87E3-4278-8C1B-03CC0A18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36FB5-416E-4EEB-AFE1-B6718A92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結論を支える根拠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4E5EF-1D01-43B8-A62F-8FE3E9F7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A4A47-6818-443B-B6EE-3487BC2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VISUAL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529AE-0300-467B-B634-E4C1F1E5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hero / contrast / process / evidence /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BC363-BD8F-4D0C-A014-87EAEDB9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55024-30CB-4A53-82EB-BD25B3E3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1C15D-0D59-408B-958A-8C7C7F3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視線の流れと余白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B12D8-6E8C-4AC2-AD65-DB411EE7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B95D3-7835-44A9-B344-653E327C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1526D-5D21-44FF-A480-8E2C2179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67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出典・要確認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A002A-2761-4745-B086-2C8A356A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BEEA4-3BF6-43E0-8259-1435609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SPEAKER NOTE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97D54-375B-4092-87E8-70E555C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口頭で補う内容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DCF45-DCC0-4CA4-ABD9-40713BB4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BAB4E-E720-43FE-B70C-6E9365AE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82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B4F7F-D5E0-4F87-B575-0442CA83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AIには「タイトル＋本文」ではなく「主張＋根拠＋見せ方」を渡す。</a:t>
            </a:r>
          </a:p>
        </p:txBody>
      </p:sp>
    </p:spTree>
    <p:extLst>
      <p:ext uri="{BB962C8B-B14F-4D97-AF65-F5344CB8AC3E}">
        <p14:creationId xmlns:p14="http://schemas.microsoft.com/office/powerpoint/2010/main" val="19894734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B56670-4565-44A9-A9DF-299F21C3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7F6C1-7888-4F5A-8CA2-628E46D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4C6CA-3E9C-4CF0-8B85-DB291ED4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498D7-F7B1-49DB-9DFD-3C1B8EBD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6B1ED-74AB-4A55-B7F8-76DBF158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7EF1C-83FB-4696-B535-4450E2D8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AIと人の仕事を、交互にする。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D70CA-9F0E-4274-A482-523BAA05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DC1C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DC1C6"/>
                </a:solidFill>
                <a:latin typeface="Hiragino Sans"/>
                <a:ea typeface="Hiragino Sans"/>
                <a:cs typeface="Hiragino Sans"/>
              </a:rPr>
              <a:t>一括生成ではなく、判断 → 展開 → 判断のリズム。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CB629-08C2-4039-8D1B-E164C441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6DDFA-7238-454F-B9A9-ACFE8E4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862C4-BD11-47C5-A4F2-97B3138A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目的を決める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F883C-20CE-464E-85BA-552E4BE8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BFAD8-1D71-4CF4-8EA4-E1B6A033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04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A5078-40A7-40CF-932D-AD58737E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24DE0-A81D-4601-B3F3-8F3EFED9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AFBFA-F7B7-4195-B887-7A93A5D6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構成案を出す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0231C-9F83-42D8-8B0D-7B7ADC00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2E0E8-624F-40C2-96AF-5F27A537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862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4DD14-0368-4E86-880A-66C17B66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95695-9871-4D5D-8313-9F45597A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6E345-EF9E-4DAA-BA00-17D63CE0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主張を選ぶ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F3775-2ACC-4847-8849-BCFC9990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3C581-E320-44C0-941A-36BE2D34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83784-A418-4987-94AD-66210A1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BBCB6-9505-4C8B-B65F-16787222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71491-E5BB-486A-AFAA-4D0BE0F1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視覚案を出す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7AF2C-D10C-45E2-8596-CC02ED90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7AD17-61E0-4F15-9750-A42DB114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5ED35-19AB-4C5A-B263-559E9C8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A2EBF-5D23-47C6-B388-0F66E3A2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D4C15-A27A-4149-8FAB-BE84A9F1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全ページを検査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42E8C-99C7-4C53-8046-BCA7C34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人：意味と責任を持つ　　AI：選択肢と速度を増やす</a:t>
            </a:r>
          </a:p>
        </p:txBody>
      </p:sp>
    </p:spTree>
    <p:extLst>
      <p:ext uri="{BB962C8B-B14F-4D97-AF65-F5344CB8AC3E}">
        <p14:creationId xmlns:p14="http://schemas.microsoft.com/office/powerpoint/2010/main" val="12575619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D55BF6-C6ED-4280-9F55-4104D460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37398-694B-43F4-9EA6-FEBB20DB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FINAL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B940E-569C-4963-B10B-113263D2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28E53-6B96-49B7-89B2-CF54F522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EA6F3-A6D0-4A53-8053-9C80357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43EA7-3F33-4D87-8579-B81A72C4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完成条件は、“生成できた”ではない。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C828F-7454-4BE5-9E8E-5D379154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全ページを画像で見て、5項目を通す。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82815-4CE0-4303-B5F2-1BF5DD2F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4105E-5235-4432-B174-390D11BF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1EFD8-08DF-40C4-AC7F-BF426844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A5298-FB7C-4E38-990F-26E853D4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タイトルだけで話が通る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F156F-4F4A-45EB-AAD1-2D92C869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1DDEB-93EF-4965-BB80-CE6AECED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2467B-95FB-449F-87AD-044CFBD9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0CD18-B672-4A16-B167-83D983CF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80DB2-4AE3-4735-B76D-12E0D8AB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1枚に主張が1つ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D59D9-E712-4798-893F-87CBAB4F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5FAF2-78D3-4E86-AA6A-7D7CA10B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633E8-2ED8-49B6-B43A-5081608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BC163-9B24-454B-AB8D-7535204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B0872-0BDE-4E59-B095-CD450DF8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文字切れ・重なりがない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871D1-FCFA-40A3-A294-F08C900C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FEE729-F2D9-443E-86FD-67927882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9850A-2C93-42AD-A00F-C055807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005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AF9A5-983B-44EA-89E1-D0F90DA4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E3F20-DAFE-4C45-B7BA-F6382EE6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数字・画像・出典を確認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B2B23-2D4B-4CAE-801E-4A42FEB7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2615C-A608-4214-83A1-2DCD59A2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50A8EA-806D-4A95-959E-17BDCB2E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005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AC9DD-0E07-4E67-A564-599517FB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4986D6-4DC4-4725-AF5A-4C6F2A9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38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色だけに頼らず読みやすい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C2B078-F3CA-4203-9364-7560093D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10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8F558C-586A-4779-911B-DEF52682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63A311-A186-4971-AFE3-AD63C685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最後に見るもの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907265-F64A-421B-AC15-BDB6BB1D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スライド一覧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→ 各ページを100%表示</a:t>
            </a:r>
          </a:p>
        </p:txBody>
      </p:sp>
    </p:spTree>
    <p:extLst>
      <p:ext uri="{BB962C8B-B14F-4D97-AF65-F5344CB8AC3E}">
        <p14:creationId xmlns:p14="http://schemas.microsoft.com/office/powerpoint/2010/main" val="1616385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33A86-CE2F-4345-A4D5-D0DF1011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8BEBA-55B6-47DD-9593-8EDE087C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MASTER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2416D-5193-4FFB-B111-FC2A6F3C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6CB9F-EE9C-4686-A804-07D14613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8C896-B3CC-4039-A99E-7029760C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F53F7-EC85-43C9-898E-D9EAC576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この1文から、制作を始められる。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1982A-F956-488D-8621-49610D8C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20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537EE-C32E-43FA-8C73-B6800822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AI PRESENTATION MASTER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17993-C050-4349-A853-F35150BB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9906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あなたは、意思決定を設計するプレゼン編集者です。次の順番を飛ばさず進めてください。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① 読み手・決定・根拠・次の行動を確認する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② タイトルだけで全体の物語を作る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③ 各ページを1主張に絞る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④ 主張に合う visual type を選ぶ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⑤ 各ページの出典と要確認項目を示す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⑥ 全ページを画像で検査し、重なり・文字切れ・単調な反復を修正する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不足情報は勝手に埋めず、仮定として明示してください。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781B9-8371-404D-9DB3-13171D1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入力欄：目的 / 読み手 / 素材 / 制約 / 希望ページ数 / デザイン方向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23DDC-30CE-4627-BE8F-39CC9CF8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重要：初稿を完成扱いしない。</a:t>
            </a:r>
          </a:p>
        </p:txBody>
      </p:sp>
    </p:spTree>
    <p:extLst>
      <p:ext uri="{BB962C8B-B14F-4D97-AF65-F5344CB8AC3E}">
        <p14:creationId xmlns:p14="http://schemas.microsoft.com/office/powerpoint/2010/main" val="15522855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b6ac1ab954fd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CCA34-56A6-4E1A-98EF-90807021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E0D4F-E995-458E-9221-9AD4D152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516E6-906D-4BF5-8BA1-65BE183B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EACF5-C678-4EE2-BA5B-2B4B8D62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B595E-18C0-464A-8F4D-CF08DEB7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CD40F-3DC8-4ACB-B1F3-AFB4D37F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297F4-13B2-459D-B744-4CA8374D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まず1本、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自社資料で試す。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E99CF-D0EC-4332-BD42-C58CD087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rPr>
              <a:t>汎用ノウハウを、自社の営業・採用・会議資料に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rPr>
              <a:t>移すところまで一緒に設計します。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89DA8-D3A6-4DF5-8136-7524E03F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無料顧問1回分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6183A-7667-4774-B900-10440253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EE8F8-3513-4000-8556-5BE8E59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資料の目的を1つに絞る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D838C-3FB7-4C3C-B19F-EECB9209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BDBC8-9B85-4C46-8C10-CCF32F1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最初のghost deckを作る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F74CE-43B9-4118-A1C6-353E6825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F8F3D-8176-43CB-8963-E300A2F2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AIに任せる範囲を決める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7FA2B-E222-40D1-A334-4603A5F8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3848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3506D-F930-47A5-AC0D-8BE50476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自社資料を1本、持ってくる</a:t>
            </a:r>
          </a:p>
        </p:txBody>
      </p:sp>
    </p:spTree>
    <p:extLst>
      <p:ext uri="{BB962C8B-B14F-4D97-AF65-F5344CB8AC3E}">
        <p14:creationId xmlns:p14="http://schemas.microsoft.com/office/powerpoint/2010/main" val="1204199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2026-07-28T12:25:17.8500000Z</dcterms:created>
  <dcterms:modified xsi:type="dcterms:W3CDTF">2026-07-28T12:25:17.8500000Z</dcterms:modified>
</coreProperties>
</file>